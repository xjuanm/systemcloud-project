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Tahoma"/>
      <p:regular r:id="rId22"/>
      <p:bold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x8fn+vzRtrI9MzyW9ZvKkc4cy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regular.fntdata"/><Relationship Id="rId21" Type="http://schemas.openxmlformats.org/officeDocument/2006/relationships/slide" Target="slides/slide16.xml"/><Relationship Id="rId24" Type="http://schemas.openxmlformats.org/officeDocument/2006/relationships/font" Target="fonts/WorkSans-regular.fntdata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customschemas.google.com/relationships/presentationmetadata" Target="metadata"/><Relationship Id="rId27" Type="http://schemas.openxmlformats.org/officeDocument/2006/relationships/font" Target="fonts/Work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1ec7b370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1ec7b370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ec7b370f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f1ec7b370f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1ec7b370f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f1ec7b370f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1ec7b370f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f1ec7b370f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1ec7b370f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f1ec7b370f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1ec7b370f_0_3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f1ec7b370f_0_3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s://drive.google.com/file/d/1hr8d2maDLByOrn7YibhfTz-0rpRaGNaO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hyperlink" Target="https://drive.google.com/file/d/1AHaDiH2vlibA1IbS7_WVX7HQK9zC2CXu/view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hyperlink" Target="https://docs.google.com/spreadsheets/d/1Kh-QEWnFmMiVM1DFYsea2_R2OZpbxzVy/edit?usp=drive_link&amp;ouid=111135657007570820862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d54_dC4xEh6m3TDXdF5hfsyGgit-z6O7/view?usp=drive_link" TargetMode="External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MexRMRrFZfJqCiuFGdYm66lb_Nkbyf6c/view?usp=drive_link" TargetMode="External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7xKgt3rFCvlAh2x_JT8OGTgjFTp4Gphj/view?usp=drive_link" TargetMode="External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hyperlink" Target="https://github.com/XJuanM/SystemCloud-Project" TargetMode="External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285397" y="2505675"/>
            <a:ext cx="4503761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System Cloud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24052" y="4161485"/>
            <a:ext cx="20502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MIGUEL ORTIZ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JUAN MARTÍNEZ DILAN BOHORQUEZ JULIÁN PINTO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MICHAEL ZABALA</a:t>
            </a:r>
            <a:endParaRPr b="0"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5" name="Google Shape;95;p1" title="logoSinFond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0700" y="4455924"/>
            <a:ext cx="1472875" cy="14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1838586" y="2430116"/>
            <a:ext cx="85148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956342" y="1273964"/>
            <a:ext cx="497419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CO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56341" y="2301151"/>
            <a:ext cx="6563575" cy="1846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 e implementar un sistema de información para el gimnasio SportFit que permita centralizar, gestionar y optimizar la información de clientes, membresías, rutinas, planes alimenticios e inventario, con el fin de mejorar la relación con los usuarios y elevar la calidad del servicio.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1038935" y="1950562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8610600" y="1828800"/>
            <a:ext cx="2265045" cy="2288540"/>
          </a:xfrm>
          <a:custGeom>
            <a:rect b="b" l="l" r="r" t="t"/>
            <a:pathLst>
              <a:path extrusionOk="0" h="2288540" w="2265045">
                <a:moveTo>
                  <a:pt x="1777517" y="1187437"/>
                </a:moveTo>
                <a:lnTo>
                  <a:pt x="1775777" y="1137094"/>
                </a:lnTo>
                <a:lnTo>
                  <a:pt x="1770621" y="1087856"/>
                </a:lnTo>
                <a:lnTo>
                  <a:pt x="1762163" y="1039787"/>
                </a:lnTo>
                <a:lnTo>
                  <a:pt x="1750504" y="992936"/>
                </a:lnTo>
                <a:lnTo>
                  <a:pt x="1735721" y="947343"/>
                </a:lnTo>
                <a:lnTo>
                  <a:pt x="1717929" y="903071"/>
                </a:lnTo>
                <a:lnTo>
                  <a:pt x="1697240" y="860171"/>
                </a:lnTo>
                <a:lnTo>
                  <a:pt x="1568221" y="990498"/>
                </a:lnTo>
                <a:lnTo>
                  <a:pt x="1584934" y="1037158"/>
                </a:lnTo>
                <a:lnTo>
                  <a:pt x="1596542" y="1085710"/>
                </a:lnTo>
                <a:lnTo>
                  <a:pt x="1603298" y="1135900"/>
                </a:lnTo>
                <a:lnTo>
                  <a:pt x="1605495" y="1187437"/>
                </a:lnTo>
                <a:lnTo>
                  <a:pt x="1603375" y="1234719"/>
                </a:lnTo>
                <a:lnTo>
                  <a:pt x="1597139" y="1280833"/>
                </a:lnTo>
                <a:lnTo>
                  <a:pt x="1586979" y="1325613"/>
                </a:lnTo>
                <a:lnTo>
                  <a:pt x="1573072" y="1368869"/>
                </a:lnTo>
                <a:lnTo>
                  <a:pt x="1555610" y="1410398"/>
                </a:lnTo>
                <a:lnTo>
                  <a:pt x="1534782" y="1450035"/>
                </a:lnTo>
                <a:lnTo>
                  <a:pt x="1510753" y="1487576"/>
                </a:lnTo>
                <a:lnTo>
                  <a:pt x="1483741" y="1522831"/>
                </a:lnTo>
                <a:lnTo>
                  <a:pt x="1453908" y="1555623"/>
                </a:lnTo>
                <a:lnTo>
                  <a:pt x="1421447" y="1585760"/>
                </a:lnTo>
                <a:lnTo>
                  <a:pt x="1386547" y="1613052"/>
                </a:lnTo>
                <a:lnTo>
                  <a:pt x="1349387" y="1637322"/>
                </a:lnTo>
                <a:lnTo>
                  <a:pt x="1310157" y="1658366"/>
                </a:lnTo>
                <a:lnTo>
                  <a:pt x="1269034" y="1676006"/>
                </a:lnTo>
                <a:lnTo>
                  <a:pt x="1226223" y="1690052"/>
                </a:lnTo>
                <a:lnTo>
                  <a:pt x="1181900" y="1700326"/>
                </a:lnTo>
                <a:lnTo>
                  <a:pt x="1136243" y="1706613"/>
                </a:lnTo>
                <a:lnTo>
                  <a:pt x="1089444" y="1708759"/>
                </a:lnTo>
                <a:lnTo>
                  <a:pt x="1042644" y="1706613"/>
                </a:lnTo>
                <a:lnTo>
                  <a:pt x="997000" y="1700326"/>
                </a:lnTo>
                <a:lnTo>
                  <a:pt x="952665" y="1690052"/>
                </a:lnTo>
                <a:lnTo>
                  <a:pt x="909853" y="1676006"/>
                </a:lnTo>
                <a:lnTo>
                  <a:pt x="868743" y="1658366"/>
                </a:lnTo>
                <a:lnTo>
                  <a:pt x="829513" y="1637322"/>
                </a:lnTo>
                <a:lnTo>
                  <a:pt x="792353" y="1613052"/>
                </a:lnTo>
                <a:lnTo>
                  <a:pt x="757453" y="1585760"/>
                </a:lnTo>
                <a:lnTo>
                  <a:pt x="724992" y="1555623"/>
                </a:lnTo>
                <a:lnTo>
                  <a:pt x="695147" y="1522831"/>
                </a:lnTo>
                <a:lnTo>
                  <a:pt x="668134" y="1487576"/>
                </a:lnTo>
                <a:lnTo>
                  <a:pt x="644118" y="1450035"/>
                </a:lnTo>
                <a:lnTo>
                  <a:pt x="623277" y="1410398"/>
                </a:lnTo>
                <a:lnTo>
                  <a:pt x="605815" y="1368869"/>
                </a:lnTo>
                <a:lnTo>
                  <a:pt x="591908" y="1325613"/>
                </a:lnTo>
                <a:lnTo>
                  <a:pt x="581748" y="1280833"/>
                </a:lnTo>
                <a:lnTo>
                  <a:pt x="575513" y="1234719"/>
                </a:lnTo>
                <a:lnTo>
                  <a:pt x="573392" y="1187437"/>
                </a:lnTo>
                <a:lnTo>
                  <a:pt x="575513" y="1140167"/>
                </a:lnTo>
                <a:lnTo>
                  <a:pt x="581748" y="1094054"/>
                </a:lnTo>
                <a:lnTo>
                  <a:pt x="591908" y="1049274"/>
                </a:lnTo>
                <a:lnTo>
                  <a:pt x="605815" y="1006017"/>
                </a:lnTo>
                <a:lnTo>
                  <a:pt x="623277" y="964488"/>
                </a:lnTo>
                <a:lnTo>
                  <a:pt x="644118" y="924852"/>
                </a:lnTo>
                <a:lnTo>
                  <a:pt x="668134" y="887310"/>
                </a:lnTo>
                <a:lnTo>
                  <a:pt x="695147" y="852055"/>
                </a:lnTo>
                <a:lnTo>
                  <a:pt x="724992" y="819264"/>
                </a:lnTo>
                <a:lnTo>
                  <a:pt x="757453" y="789127"/>
                </a:lnTo>
                <a:lnTo>
                  <a:pt x="792353" y="761834"/>
                </a:lnTo>
                <a:lnTo>
                  <a:pt x="829513" y="737565"/>
                </a:lnTo>
                <a:lnTo>
                  <a:pt x="868743" y="716521"/>
                </a:lnTo>
                <a:lnTo>
                  <a:pt x="909853" y="698881"/>
                </a:lnTo>
                <a:lnTo>
                  <a:pt x="952665" y="684834"/>
                </a:lnTo>
                <a:lnTo>
                  <a:pt x="997000" y="674560"/>
                </a:lnTo>
                <a:lnTo>
                  <a:pt x="1042644" y="668261"/>
                </a:lnTo>
                <a:lnTo>
                  <a:pt x="1089444" y="666127"/>
                </a:lnTo>
                <a:lnTo>
                  <a:pt x="1140472" y="668756"/>
                </a:lnTo>
                <a:lnTo>
                  <a:pt x="1190142" y="676262"/>
                </a:lnTo>
                <a:lnTo>
                  <a:pt x="1238211" y="688124"/>
                </a:lnTo>
                <a:lnTo>
                  <a:pt x="1284401" y="703783"/>
                </a:lnTo>
                <a:lnTo>
                  <a:pt x="1413408" y="573443"/>
                </a:lnTo>
                <a:lnTo>
                  <a:pt x="1370939" y="552538"/>
                </a:lnTo>
                <a:lnTo>
                  <a:pt x="1327111" y="534568"/>
                </a:lnTo>
                <a:lnTo>
                  <a:pt x="1281988" y="519645"/>
                </a:lnTo>
                <a:lnTo>
                  <a:pt x="1235608" y="507860"/>
                </a:lnTo>
                <a:lnTo>
                  <a:pt x="1188021" y="499313"/>
                </a:lnTo>
                <a:lnTo>
                  <a:pt x="1139291" y="494106"/>
                </a:lnTo>
                <a:lnTo>
                  <a:pt x="1089444" y="492353"/>
                </a:lnTo>
                <a:lnTo>
                  <a:pt x="1042517" y="493966"/>
                </a:lnTo>
                <a:lnTo>
                  <a:pt x="996403" y="498729"/>
                </a:lnTo>
                <a:lnTo>
                  <a:pt x="951230" y="506539"/>
                </a:lnTo>
                <a:lnTo>
                  <a:pt x="907072" y="517296"/>
                </a:lnTo>
                <a:lnTo>
                  <a:pt x="864057" y="530885"/>
                </a:lnTo>
                <a:lnTo>
                  <a:pt x="822286" y="547204"/>
                </a:lnTo>
                <a:lnTo>
                  <a:pt x="781850" y="566140"/>
                </a:lnTo>
                <a:lnTo>
                  <a:pt x="742861" y="587603"/>
                </a:lnTo>
                <a:lnTo>
                  <a:pt x="705434" y="611479"/>
                </a:lnTo>
                <a:lnTo>
                  <a:pt x="669658" y="637667"/>
                </a:lnTo>
                <a:lnTo>
                  <a:pt x="635647" y="666051"/>
                </a:lnTo>
                <a:lnTo>
                  <a:pt x="603504" y="696531"/>
                </a:lnTo>
                <a:lnTo>
                  <a:pt x="573328" y="729005"/>
                </a:lnTo>
                <a:lnTo>
                  <a:pt x="545223" y="763371"/>
                </a:lnTo>
                <a:lnTo>
                  <a:pt x="519303" y="799515"/>
                </a:lnTo>
                <a:lnTo>
                  <a:pt x="495668" y="837323"/>
                </a:lnTo>
                <a:lnTo>
                  <a:pt x="474421" y="876706"/>
                </a:lnTo>
                <a:lnTo>
                  <a:pt x="455676" y="917549"/>
                </a:lnTo>
                <a:lnTo>
                  <a:pt x="439521" y="959751"/>
                </a:lnTo>
                <a:lnTo>
                  <a:pt x="426072" y="1003211"/>
                </a:lnTo>
                <a:lnTo>
                  <a:pt x="415429" y="1047813"/>
                </a:lnTo>
                <a:lnTo>
                  <a:pt x="407695" y="1093457"/>
                </a:lnTo>
                <a:lnTo>
                  <a:pt x="402971" y="1140040"/>
                </a:lnTo>
                <a:lnTo>
                  <a:pt x="401383" y="1187437"/>
                </a:lnTo>
                <a:lnTo>
                  <a:pt x="402971" y="1234846"/>
                </a:lnTo>
                <a:lnTo>
                  <a:pt x="407695" y="1281430"/>
                </a:lnTo>
                <a:lnTo>
                  <a:pt x="415429" y="1327073"/>
                </a:lnTo>
                <a:lnTo>
                  <a:pt x="426072" y="1371676"/>
                </a:lnTo>
                <a:lnTo>
                  <a:pt x="439521" y="1415135"/>
                </a:lnTo>
                <a:lnTo>
                  <a:pt x="455676" y="1457337"/>
                </a:lnTo>
                <a:lnTo>
                  <a:pt x="474421" y="1498180"/>
                </a:lnTo>
                <a:lnTo>
                  <a:pt x="495668" y="1537563"/>
                </a:lnTo>
                <a:lnTo>
                  <a:pt x="519303" y="1575371"/>
                </a:lnTo>
                <a:lnTo>
                  <a:pt x="545223" y="1611515"/>
                </a:lnTo>
                <a:lnTo>
                  <a:pt x="573328" y="1645881"/>
                </a:lnTo>
                <a:lnTo>
                  <a:pt x="603504" y="1678355"/>
                </a:lnTo>
                <a:lnTo>
                  <a:pt x="635647" y="1708835"/>
                </a:lnTo>
                <a:lnTo>
                  <a:pt x="669658" y="1737220"/>
                </a:lnTo>
                <a:lnTo>
                  <a:pt x="705434" y="1763407"/>
                </a:lnTo>
                <a:lnTo>
                  <a:pt x="742861" y="1787283"/>
                </a:lnTo>
                <a:lnTo>
                  <a:pt x="781850" y="1808746"/>
                </a:lnTo>
                <a:lnTo>
                  <a:pt x="822286" y="1827682"/>
                </a:lnTo>
                <a:lnTo>
                  <a:pt x="864057" y="1844001"/>
                </a:lnTo>
                <a:lnTo>
                  <a:pt x="907072" y="1857590"/>
                </a:lnTo>
                <a:lnTo>
                  <a:pt x="951230" y="1868347"/>
                </a:lnTo>
                <a:lnTo>
                  <a:pt x="996403" y="1876158"/>
                </a:lnTo>
                <a:lnTo>
                  <a:pt x="1042517" y="1880920"/>
                </a:lnTo>
                <a:lnTo>
                  <a:pt x="1089444" y="1882533"/>
                </a:lnTo>
                <a:lnTo>
                  <a:pt x="1136370" y="1880920"/>
                </a:lnTo>
                <a:lnTo>
                  <a:pt x="1182484" y="1876158"/>
                </a:lnTo>
                <a:lnTo>
                  <a:pt x="1227658" y="1868347"/>
                </a:lnTo>
                <a:lnTo>
                  <a:pt x="1271816" y="1857590"/>
                </a:lnTo>
                <a:lnTo>
                  <a:pt x="1314831" y="1844001"/>
                </a:lnTo>
                <a:lnTo>
                  <a:pt x="1356614" y="1827682"/>
                </a:lnTo>
                <a:lnTo>
                  <a:pt x="1397038" y="1808746"/>
                </a:lnTo>
                <a:lnTo>
                  <a:pt x="1436027" y="1787283"/>
                </a:lnTo>
                <a:lnTo>
                  <a:pt x="1473454" y="1763407"/>
                </a:lnTo>
                <a:lnTo>
                  <a:pt x="1509229" y="1737220"/>
                </a:lnTo>
                <a:lnTo>
                  <a:pt x="1543253" y="1708835"/>
                </a:lnTo>
                <a:lnTo>
                  <a:pt x="1575396" y="1678355"/>
                </a:lnTo>
                <a:lnTo>
                  <a:pt x="1605572" y="1645881"/>
                </a:lnTo>
                <a:lnTo>
                  <a:pt x="1633664" y="1611515"/>
                </a:lnTo>
                <a:lnTo>
                  <a:pt x="1659585" y="1575371"/>
                </a:lnTo>
                <a:lnTo>
                  <a:pt x="1683219" y="1537563"/>
                </a:lnTo>
                <a:lnTo>
                  <a:pt x="1704467" y="1498180"/>
                </a:lnTo>
                <a:lnTo>
                  <a:pt x="1723224" y="1457337"/>
                </a:lnTo>
                <a:lnTo>
                  <a:pt x="1739379" y="1415135"/>
                </a:lnTo>
                <a:lnTo>
                  <a:pt x="1752828" y="1371676"/>
                </a:lnTo>
                <a:lnTo>
                  <a:pt x="1763471" y="1327073"/>
                </a:lnTo>
                <a:lnTo>
                  <a:pt x="1771205" y="1281430"/>
                </a:lnTo>
                <a:lnTo>
                  <a:pt x="1775917" y="1234846"/>
                </a:lnTo>
                <a:lnTo>
                  <a:pt x="1777517" y="1187437"/>
                </a:lnTo>
                <a:close/>
              </a:path>
              <a:path extrusionOk="0" h="2288540" w="2265045">
                <a:moveTo>
                  <a:pt x="2178888" y="1187437"/>
                </a:moveTo>
                <a:lnTo>
                  <a:pt x="2177758" y="1136459"/>
                </a:lnTo>
                <a:lnTo>
                  <a:pt x="2174392" y="1086231"/>
                </a:lnTo>
                <a:lnTo>
                  <a:pt x="2168829" y="1036764"/>
                </a:lnTo>
                <a:lnTo>
                  <a:pt x="2161095" y="988098"/>
                </a:lnTo>
                <a:lnTo>
                  <a:pt x="2151265" y="940257"/>
                </a:lnTo>
                <a:lnTo>
                  <a:pt x="2139340" y="893254"/>
                </a:lnTo>
                <a:lnTo>
                  <a:pt x="2125370" y="847140"/>
                </a:lnTo>
                <a:lnTo>
                  <a:pt x="2109406" y="801916"/>
                </a:lnTo>
                <a:lnTo>
                  <a:pt x="2091474" y="757618"/>
                </a:lnTo>
                <a:lnTo>
                  <a:pt x="2071611" y="714286"/>
                </a:lnTo>
                <a:lnTo>
                  <a:pt x="2049868" y="671918"/>
                </a:lnTo>
                <a:lnTo>
                  <a:pt x="2029802" y="689292"/>
                </a:lnTo>
                <a:lnTo>
                  <a:pt x="1992528" y="729843"/>
                </a:lnTo>
                <a:lnTo>
                  <a:pt x="1938058" y="724052"/>
                </a:lnTo>
                <a:lnTo>
                  <a:pt x="1877860" y="715365"/>
                </a:lnTo>
                <a:lnTo>
                  <a:pt x="1900974" y="757669"/>
                </a:lnTo>
                <a:lnTo>
                  <a:pt x="1922094" y="801154"/>
                </a:lnTo>
                <a:lnTo>
                  <a:pt x="1941118" y="845794"/>
                </a:lnTo>
                <a:lnTo>
                  <a:pt x="1957946" y="891540"/>
                </a:lnTo>
                <a:lnTo>
                  <a:pt x="1972462" y="938364"/>
                </a:lnTo>
                <a:lnTo>
                  <a:pt x="1984578" y="986243"/>
                </a:lnTo>
                <a:lnTo>
                  <a:pt x="1994179" y="1035113"/>
                </a:lnTo>
                <a:lnTo>
                  <a:pt x="2001151" y="1084961"/>
                </a:lnTo>
                <a:lnTo>
                  <a:pt x="2005418" y="1135748"/>
                </a:lnTo>
                <a:lnTo>
                  <a:pt x="2006866" y="1187437"/>
                </a:lnTo>
                <a:lnTo>
                  <a:pt x="2005672" y="1234948"/>
                </a:lnTo>
                <a:lnTo>
                  <a:pt x="2002104" y="1281849"/>
                </a:lnTo>
                <a:lnTo>
                  <a:pt x="1996249" y="1328089"/>
                </a:lnTo>
                <a:lnTo>
                  <a:pt x="1988146" y="1373619"/>
                </a:lnTo>
                <a:lnTo>
                  <a:pt x="1977859" y="1418348"/>
                </a:lnTo>
                <a:lnTo>
                  <a:pt x="1965439" y="1462252"/>
                </a:lnTo>
                <a:lnTo>
                  <a:pt x="1950961" y="1505254"/>
                </a:lnTo>
                <a:lnTo>
                  <a:pt x="1934476" y="1547291"/>
                </a:lnTo>
                <a:lnTo>
                  <a:pt x="1916049" y="1588325"/>
                </a:lnTo>
                <a:lnTo>
                  <a:pt x="1895716" y="1628267"/>
                </a:lnTo>
                <a:lnTo>
                  <a:pt x="1873567" y="1667078"/>
                </a:lnTo>
                <a:lnTo>
                  <a:pt x="1849640" y="1704682"/>
                </a:lnTo>
                <a:lnTo>
                  <a:pt x="1823986" y="1741043"/>
                </a:lnTo>
                <a:lnTo>
                  <a:pt x="1796694" y="1776082"/>
                </a:lnTo>
                <a:lnTo>
                  <a:pt x="1767801" y="1809750"/>
                </a:lnTo>
                <a:lnTo>
                  <a:pt x="1737372" y="1841982"/>
                </a:lnTo>
                <a:lnTo>
                  <a:pt x="1705470" y="1872729"/>
                </a:lnTo>
                <a:lnTo>
                  <a:pt x="1672145" y="1901913"/>
                </a:lnTo>
                <a:lnTo>
                  <a:pt x="1637449" y="1929485"/>
                </a:lnTo>
                <a:lnTo>
                  <a:pt x="1601470" y="1955393"/>
                </a:lnTo>
                <a:lnTo>
                  <a:pt x="1564233" y="1979561"/>
                </a:lnTo>
                <a:lnTo>
                  <a:pt x="1525816" y="2001939"/>
                </a:lnTo>
                <a:lnTo>
                  <a:pt x="1486268" y="2022475"/>
                </a:lnTo>
                <a:lnTo>
                  <a:pt x="1445666" y="2041093"/>
                </a:lnTo>
                <a:lnTo>
                  <a:pt x="1404048" y="2057755"/>
                </a:lnTo>
                <a:lnTo>
                  <a:pt x="1361478" y="2072386"/>
                </a:lnTo>
                <a:lnTo>
                  <a:pt x="1318018" y="2084920"/>
                </a:lnTo>
                <a:lnTo>
                  <a:pt x="1273733" y="2095309"/>
                </a:lnTo>
                <a:lnTo>
                  <a:pt x="1228674" y="2103501"/>
                </a:lnTo>
                <a:lnTo>
                  <a:pt x="1182903" y="2109419"/>
                </a:lnTo>
                <a:lnTo>
                  <a:pt x="1136472" y="2113013"/>
                </a:lnTo>
                <a:lnTo>
                  <a:pt x="1089444" y="2114232"/>
                </a:lnTo>
                <a:lnTo>
                  <a:pt x="1042416" y="2113013"/>
                </a:lnTo>
                <a:lnTo>
                  <a:pt x="995984" y="2109419"/>
                </a:lnTo>
                <a:lnTo>
                  <a:pt x="950214" y="2103501"/>
                </a:lnTo>
                <a:lnTo>
                  <a:pt x="905154" y="2095309"/>
                </a:lnTo>
                <a:lnTo>
                  <a:pt x="860869" y="2084920"/>
                </a:lnTo>
                <a:lnTo>
                  <a:pt x="817410" y="2072386"/>
                </a:lnTo>
                <a:lnTo>
                  <a:pt x="774839" y="2057755"/>
                </a:lnTo>
                <a:lnTo>
                  <a:pt x="733234" y="2041093"/>
                </a:lnTo>
                <a:lnTo>
                  <a:pt x="692619" y="2022475"/>
                </a:lnTo>
                <a:lnTo>
                  <a:pt x="653072" y="2001939"/>
                </a:lnTo>
                <a:lnTo>
                  <a:pt x="614654" y="1979561"/>
                </a:lnTo>
                <a:lnTo>
                  <a:pt x="577430" y="1955393"/>
                </a:lnTo>
                <a:lnTo>
                  <a:pt x="541439" y="1929485"/>
                </a:lnTo>
                <a:lnTo>
                  <a:pt x="506755" y="1901913"/>
                </a:lnTo>
                <a:lnTo>
                  <a:pt x="473430" y="1872729"/>
                </a:lnTo>
                <a:lnTo>
                  <a:pt x="441515" y="1841982"/>
                </a:lnTo>
                <a:lnTo>
                  <a:pt x="411086" y="1809750"/>
                </a:lnTo>
                <a:lnTo>
                  <a:pt x="382193" y="1776082"/>
                </a:lnTo>
                <a:lnTo>
                  <a:pt x="354901" y="1741043"/>
                </a:lnTo>
                <a:lnTo>
                  <a:pt x="329260" y="1704682"/>
                </a:lnTo>
                <a:lnTo>
                  <a:pt x="305333" y="1667078"/>
                </a:lnTo>
                <a:lnTo>
                  <a:pt x="283171" y="1628267"/>
                </a:lnTo>
                <a:lnTo>
                  <a:pt x="262851" y="1588325"/>
                </a:lnTo>
                <a:lnTo>
                  <a:pt x="244411" y="1547291"/>
                </a:lnTo>
                <a:lnTo>
                  <a:pt x="227926" y="1505254"/>
                </a:lnTo>
                <a:lnTo>
                  <a:pt x="213448" y="1462252"/>
                </a:lnTo>
                <a:lnTo>
                  <a:pt x="201041" y="1418348"/>
                </a:lnTo>
                <a:lnTo>
                  <a:pt x="190754" y="1373619"/>
                </a:lnTo>
                <a:lnTo>
                  <a:pt x="182651" y="1328089"/>
                </a:lnTo>
                <a:lnTo>
                  <a:pt x="176784" y="1281849"/>
                </a:lnTo>
                <a:lnTo>
                  <a:pt x="173228" y="1234948"/>
                </a:lnTo>
                <a:lnTo>
                  <a:pt x="172021" y="1187437"/>
                </a:lnTo>
                <a:lnTo>
                  <a:pt x="173228" y="1139939"/>
                </a:lnTo>
                <a:lnTo>
                  <a:pt x="176784" y="1093038"/>
                </a:lnTo>
                <a:lnTo>
                  <a:pt x="182651" y="1046797"/>
                </a:lnTo>
                <a:lnTo>
                  <a:pt x="190754" y="1001268"/>
                </a:lnTo>
                <a:lnTo>
                  <a:pt x="201041" y="956525"/>
                </a:lnTo>
                <a:lnTo>
                  <a:pt x="213448" y="912634"/>
                </a:lnTo>
                <a:lnTo>
                  <a:pt x="227926" y="869632"/>
                </a:lnTo>
                <a:lnTo>
                  <a:pt x="244411" y="827595"/>
                </a:lnTo>
                <a:lnTo>
                  <a:pt x="262851" y="786561"/>
                </a:lnTo>
                <a:lnTo>
                  <a:pt x="283171" y="746620"/>
                </a:lnTo>
                <a:lnTo>
                  <a:pt x="305333" y="707809"/>
                </a:lnTo>
                <a:lnTo>
                  <a:pt x="329260" y="670204"/>
                </a:lnTo>
                <a:lnTo>
                  <a:pt x="354901" y="633844"/>
                </a:lnTo>
                <a:lnTo>
                  <a:pt x="382193" y="598805"/>
                </a:lnTo>
                <a:lnTo>
                  <a:pt x="411086" y="565137"/>
                </a:lnTo>
                <a:lnTo>
                  <a:pt x="441515" y="532904"/>
                </a:lnTo>
                <a:lnTo>
                  <a:pt x="473417" y="502158"/>
                </a:lnTo>
                <a:lnTo>
                  <a:pt x="506755" y="472973"/>
                </a:lnTo>
                <a:lnTo>
                  <a:pt x="541439" y="445401"/>
                </a:lnTo>
                <a:lnTo>
                  <a:pt x="577430" y="419493"/>
                </a:lnTo>
                <a:lnTo>
                  <a:pt x="614654" y="395325"/>
                </a:lnTo>
                <a:lnTo>
                  <a:pt x="653072" y="372948"/>
                </a:lnTo>
                <a:lnTo>
                  <a:pt x="692619" y="352412"/>
                </a:lnTo>
                <a:lnTo>
                  <a:pt x="733234" y="333781"/>
                </a:lnTo>
                <a:lnTo>
                  <a:pt x="774839" y="317131"/>
                </a:lnTo>
                <a:lnTo>
                  <a:pt x="817410" y="302501"/>
                </a:lnTo>
                <a:lnTo>
                  <a:pt x="860869" y="289966"/>
                </a:lnTo>
                <a:lnTo>
                  <a:pt x="905154" y="279577"/>
                </a:lnTo>
                <a:lnTo>
                  <a:pt x="950214" y="271386"/>
                </a:lnTo>
                <a:lnTo>
                  <a:pt x="995984" y="265468"/>
                </a:lnTo>
                <a:lnTo>
                  <a:pt x="1042416" y="261874"/>
                </a:lnTo>
                <a:lnTo>
                  <a:pt x="1089444" y="260654"/>
                </a:lnTo>
                <a:lnTo>
                  <a:pt x="1139913" y="262039"/>
                </a:lnTo>
                <a:lnTo>
                  <a:pt x="1189786" y="266153"/>
                </a:lnTo>
                <a:lnTo>
                  <a:pt x="1238973" y="272935"/>
                </a:lnTo>
                <a:lnTo>
                  <a:pt x="1287373" y="282346"/>
                </a:lnTo>
                <a:lnTo>
                  <a:pt x="1334922" y="294322"/>
                </a:lnTo>
                <a:lnTo>
                  <a:pt x="1381531" y="308825"/>
                </a:lnTo>
                <a:lnTo>
                  <a:pt x="1427099" y="325793"/>
                </a:lnTo>
                <a:lnTo>
                  <a:pt x="1471549" y="345186"/>
                </a:lnTo>
                <a:lnTo>
                  <a:pt x="1514805" y="366928"/>
                </a:lnTo>
                <a:lnTo>
                  <a:pt x="1556753" y="390982"/>
                </a:lnTo>
                <a:lnTo>
                  <a:pt x="1551025" y="333057"/>
                </a:lnTo>
                <a:lnTo>
                  <a:pt x="1542427" y="275132"/>
                </a:lnTo>
                <a:lnTo>
                  <a:pt x="1602625" y="214312"/>
                </a:lnTo>
                <a:lnTo>
                  <a:pt x="1559979" y="193078"/>
                </a:lnTo>
                <a:lnTo>
                  <a:pt x="1516494" y="173596"/>
                </a:lnTo>
                <a:lnTo>
                  <a:pt x="1472184" y="155956"/>
                </a:lnTo>
                <a:lnTo>
                  <a:pt x="1427048" y="140195"/>
                </a:lnTo>
                <a:lnTo>
                  <a:pt x="1381125" y="126365"/>
                </a:lnTo>
                <a:lnTo>
                  <a:pt x="1334401" y="114515"/>
                </a:lnTo>
                <a:lnTo>
                  <a:pt x="1286916" y="104711"/>
                </a:lnTo>
                <a:lnTo>
                  <a:pt x="1238656" y="96989"/>
                </a:lnTo>
                <a:lnTo>
                  <a:pt x="1189647" y="91414"/>
                </a:lnTo>
                <a:lnTo>
                  <a:pt x="1139913" y="88023"/>
                </a:lnTo>
                <a:lnTo>
                  <a:pt x="1089444" y="86880"/>
                </a:lnTo>
                <a:lnTo>
                  <a:pt x="1040892" y="87960"/>
                </a:lnTo>
                <a:lnTo>
                  <a:pt x="992873" y="91147"/>
                </a:lnTo>
                <a:lnTo>
                  <a:pt x="945464" y="96393"/>
                </a:lnTo>
                <a:lnTo>
                  <a:pt x="898677" y="103670"/>
                </a:lnTo>
                <a:lnTo>
                  <a:pt x="852576" y="112928"/>
                </a:lnTo>
                <a:lnTo>
                  <a:pt x="807186" y="124117"/>
                </a:lnTo>
                <a:lnTo>
                  <a:pt x="762571" y="137198"/>
                </a:lnTo>
                <a:lnTo>
                  <a:pt x="718769" y="152133"/>
                </a:lnTo>
                <a:lnTo>
                  <a:pt x="675830" y="168859"/>
                </a:lnTo>
                <a:lnTo>
                  <a:pt x="633780" y="187350"/>
                </a:lnTo>
                <a:lnTo>
                  <a:pt x="592670" y="207543"/>
                </a:lnTo>
                <a:lnTo>
                  <a:pt x="552564" y="229412"/>
                </a:lnTo>
                <a:lnTo>
                  <a:pt x="513473" y="252895"/>
                </a:lnTo>
                <a:lnTo>
                  <a:pt x="475475" y="277964"/>
                </a:lnTo>
                <a:lnTo>
                  <a:pt x="438581" y="304558"/>
                </a:lnTo>
                <a:lnTo>
                  <a:pt x="402869" y="332651"/>
                </a:lnTo>
                <a:lnTo>
                  <a:pt x="368350" y="362178"/>
                </a:lnTo>
                <a:lnTo>
                  <a:pt x="335102" y="393115"/>
                </a:lnTo>
                <a:lnTo>
                  <a:pt x="303136" y="425399"/>
                </a:lnTo>
                <a:lnTo>
                  <a:pt x="272516" y="458990"/>
                </a:lnTo>
                <a:lnTo>
                  <a:pt x="243281" y="493864"/>
                </a:lnTo>
                <a:lnTo>
                  <a:pt x="215480" y="529945"/>
                </a:lnTo>
                <a:lnTo>
                  <a:pt x="189141" y="567207"/>
                </a:lnTo>
                <a:lnTo>
                  <a:pt x="164338" y="605599"/>
                </a:lnTo>
                <a:lnTo>
                  <a:pt x="141084" y="645083"/>
                </a:lnTo>
                <a:lnTo>
                  <a:pt x="119443" y="685609"/>
                </a:lnTo>
                <a:lnTo>
                  <a:pt x="99441" y="727125"/>
                </a:lnTo>
                <a:lnTo>
                  <a:pt x="81153" y="769607"/>
                </a:lnTo>
                <a:lnTo>
                  <a:pt x="64592" y="812990"/>
                </a:lnTo>
                <a:lnTo>
                  <a:pt x="49809" y="857237"/>
                </a:lnTo>
                <a:lnTo>
                  <a:pt x="36855" y="902309"/>
                </a:lnTo>
                <a:lnTo>
                  <a:pt x="25781" y="948143"/>
                </a:lnTo>
                <a:lnTo>
                  <a:pt x="16624" y="994727"/>
                </a:lnTo>
                <a:lnTo>
                  <a:pt x="9410" y="1041984"/>
                </a:lnTo>
                <a:lnTo>
                  <a:pt x="4216" y="1089888"/>
                </a:lnTo>
                <a:lnTo>
                  <a:pt x="1066" y="1138389"/>
                </a:lnTo>
                <a:lnTo>
                  <a:pt x="0" y="1187437"/>
                </a:lnTo>
                <a:lnTo>
                  <a:pt x="1066" y="1236497"/>
                </a:lnTo>
                <a:lnTo>
                  <a:pt x="4216" y="1284998"/>
                </a:lnTo>
                <a:lnTo>
                  <a:pt x="9410" y="1332903"/>
                </a:lnTo>
                <a:lnTo>
                  <a:pt x="16624" y="1380159"/>
                </a:lnTo>
                <a:lnTo>
                  <a:pt x="25781" y="1426730"/>
                </a:lnTo>
                <a:lnTo>
                  <a:pt x="36855" y="1472577"/>
                </a:lnTo>
                <a:lnTo>
                  <a:pt x="49809" y="1517650"/>
                </a:lnTo>
                <a:lnTo>
                  <a:pt x="64592" y="1561896"/>
                </a:lnTo>
                <a:lnTo>
                  <a:pt x="81153" y="1605280"/>
                </a:lnTo>
                <a:lnTo>
                  <a:pt x="99441" y="1647761"/>
                </a:lnTo>
                <a:lnTo>
                  <a:pt x="119443" y="1689277"/>
                </a:lnTo>
                <a:lnTo>
                  <a:pt x="141084" y="1729803"/>
                </a:lnTo>
                <a:lnTo>
                  <a:pt x="164338" y="1769287"/>
                </a:lnTo>
                <a:lnTo>
                  <a:pt x="189153" y="1807679"/>
                </a:lnTo>
                <a:lnTo>
                  <a:pt x="215480" y="1844941"/>
                </a:lnTo>
                <a:lnTo>
                  <a:pt x="243281" y="1881035"/>
                </a:lnTo>
                <a:lnTo>
                  <a:pt x="272516" y="1915896"/>
                </a:lnTo>
                <a:lnTo>
                  <a:pt x="303136" y="1949488"/>
                </a:lnTo>
                <a:lnTo>
                  <a:pt x="335102" y="1981771"/>
                </a:lnTo>
                <a:lnTo>
                  <a:pt x="368350" y="2012708"/>
                </a:lnTo>
                <a:lnTo>
                  <a:pt x="402869" y="2042236"/>
                </a:lnTo>
                <a:lnTo>
                  <a:pt x="438581" y="2070328"/>
                </a:lnTo>
                <a:lnTo>
                  <a:pt x="475475" y="2096922"/>
                </a:lnTo>
                <a:lnTo>
                  <a:pt x="513473" y="2121992"/>
                </a:lnTo>
                <a:lnTo>
                  <a:pt x="552564" y="2145487"/>
                </a:lnTo>
                <a:lnTo>
                  <a:pt x="592670" y="2167344"/>
                </a:lnTo>
                <a:lnTo>
                  <a:pt x="633780" y="2187549"/>
                </a:lnTo>
                <a:lnTo>
                  <a:pt x="675830" y="2206028"/>
                </a:lnTo>
                <a:lnTo>
                  <a:pt x="718769" y="2222754"/>
                </a:lnTo>
                <a:lnTo>
                  <a:pt x="762571" y="2237689"/>
                </a:lnTo>
                <a:lnTo>
                  <a:pt x="807186" y="2250770"/>
                </a:lnTo>
                <a:lnTo>
                  <a:pt x="852576" y="2261959"/>
                </a:lnTo>
                <a:lnTo>
                  <a:pt x="898677" y="2271217"/>
                </a:lnTo>
                <a:lnTo>
                  <a:pt x="945464" y="2278494"/>
                </a:lnTo>
                <a:lnTo>
                  <a:pt x="992873" y="2283752"/>
                </a:lnTo>
                <a:lnTo>
                  <a:pt x="1040892" y="2286927"/>
                </a:lnTo>
                <a:lnTo>
                  <a:pt x="1089444" y="2288006"/>
                </a:lnTo>
                <a:lnTo>
                  <a:pt x="1138008" y="2286927"/>
                </a:lnTo>
                <a:lnTo>
                  <a:pt x="1186014" y="2283752"/>
                </a:lnTo>
                <a:lnTo>
                  <a:pt x="1233436" y="2278494"/>
                </a:lnTo>
                <a:lnTo>
                  <a:pt x="1280210" y="2271217"/>
                </a:lnTo>
                <a:lnTo>
                  <a:pt x="1326324" y="2261959"/>
                </a:lnTo>
                <a:lnTo>
                  <a:pt x="1371701" y="2250770"/>
                </a:lnTo>
                <a:lnTo>
                  <a:pt x="1416316" y="2237689"/>
                </a:lnTo>
                <a:lnTo>
                  <a:pt x="1460119" y="2222754"/>
                </a:lnTo>
                <a:lnTo>
                  <a:pt x="1503070" y="2206028"/>
                </a:lnTo>
                <a:lnTo>
                  <a:pt x="1545107" y="2187549"/>
                </a:lnTo>
                <a:lnTo>
                  <a:pt x="1586217" y="2167344"/>
                </a:lnTo>
                <a:lnTo>
                  <a:pt x="1626336" y="2145487"/>
                </a:lnTo>
                <a:lnTo>
                  <a:pt x="1665414" y="2121992"/>
                </a:lnTo>
                <a:lnTo>
                  <a:pt x="1703412" y="2096922"/>
                </a:lnTo>
                <a:lnTo>
                  <a:pt x="1740306" y="2070328"/>
                </a:lnTo>
                <a:lnTo>
                  <a:pt x="1776018" y="2042236"/>
                </a:lnTo>
                <a:lnTo>
                  <a:pt x="1810537" y="2012708"/>
                </a:lnTo>
                <a:lnTo>
                  <a:pt x="1843786" y="1981771"/>
                </a:lnTo>
                <a:lnTo>
                  <a:pt x="1875751" y="1949488"/>
                </a:lnTo>
                <a:lnTo>
                  <a:pt x="1906371" y="1915896"/>
                </a:lnTo>
                <a:lnTo>
                  <a:pt x="1935607" y="1881035"/>
                </a:lnTo>
                <a:lnTo>
                  <a:pt x="1963407" y="1844941"/>
                </a:lnTo>
                <a:lnTo>
                  <a:pt x="1989734" y="1807679"/>
                </a:lnTo>
                <a:lnTo>
                  <a:pt x="2014550" y="1769287"/>
                </a:lnTo>
                <a:lnTo>
                  <a:pt x="2037803" y="1729803"/>
                </a:lnTo>
                <a:lnTo>
                  <a:pt x="2059444" y="1689277"/>
                </a:lnTo>
                <a:lnTo>
                  <a:pt x="2079434" y="1647761"/>
                </a:lnTo>
                <a:lnTo>
                  <a:pt x="2097735" y="1605280"/>
                </a:lnTo>
                <a:lnTo>
                  <a:pt x="2114296" y="1561896"/>
                </a:lnTo>
                <a:lnTo>
                  <a:pt x="2129078" y="1517650"/>
                </a:lnTo>
                <a:lnTo>
                  <a:pt x="2142020" y="1472577"/>
                </a:lnTo>
                <a:lnTo>
                  <a:pt x="2153107" y="1426730"/>
                </a:lnTo>
                <a:lnTo>
                  <a:pt x="2162264" y="1380159"/>
                </a:lnTo>
                <a:lnTo>
                  <a:pt x="2169464" y="1332903"/>
                </a:lnTo>
                <a:lnTo>
                  <a:pt x="2174671" y="1284998"/>
                </a:lnTo>
                <a:lnTo>
                  <a:pt x="2177821" y="1236497"/>
                </a:lnTo>
                <a:lnTo>
                  <a:pt x="2178888" y="1187437"/>
                </a:lnTo>
                <a:close/>
              </a:path>
              <a:path extrusionOk="0" h="2288540" w="2265045">
                <a:moveTo>
                  <a:pt x="2264892" y="289623"/>
                </a:moveTo>
                <a:lnTo>
                  <a:pt x="2006866" y="260654"/>
                </a:lnTo>
                <a:lnTo>
                  <a:pt x="1978202" y="0"/>
                </a:lnTo>
                <a:lnTo>
                  <a:pt x="1662836" y="318579"/>
                </a:lnTo>
                <a:lnTo>
                  <a:pt x="1680032" y="469188"/>
                </a:lnTo>
                <a:lnTo>
                  <a:pt x="1221320" y="932573"/>
                </a:lnTo>
                <a:lnTo>
                  <a:pt x="1190193" y="918591"/>
                </a:lnTo>
                <a:lnTo>
                  <a:pt x="1157173" y="907592"/>
                </a:lnTo>
                <a:lnTo>
                  <a:pt x="1122553" y="900404"/>
                </a:lnTo>
                <a:lnTo>
                  <a:pt x="1086573" y="897826"/>
                </a:lnTo>
                <a:lnTo>
                  <a:pt x="1040231" y="901636"/>
                </a:lnTo>
                <a:lnTo>
                  <a:pt x="996213" y="912647"/>
                </a:lnTo>
                <a:lnTo>
                  <a:pt x="955116" y="930275"/>
                </a:lnTo>
                <a:lnTo>
                  <a:pt x="917549" y="953897"/>
                </a:lnTo>
                <a:lnTo>
                  <a:pt x="884097" y="982903"/>
                </a:lnTo>
                <a:lnTo>
                  <a:pt x="855383" y="1016685"/>
                </a:lnTo>
                <a:lnTo>
                  <a:pt x="832015" y="1054633"/>
                </a:lnTo>
                <a:lnTo>
                  <a:pt x="814565" y="1096149"/>
                </a:lnTo>
                <a:lnTo>
                  <a:pt x="803656" y="1140625"/>
                </a:lnTo>
                <a:lnTo>
                  <a:pt x="799884" y="1187437"/>
                </a:lnTo>
                <a:lnTo>
                  <a:pt x="803656" y="1234262"/>
                </a:lnTo>
                <a:lnTo>
                  <a:pt x="814565" y="1278737"/>
                </a:lnTo>
                <a:lnTo>
                  <a:pt x="832015" y="1320253"/>
                </a:lnTo>
                <a:lnTo>
                  <a:pt x="855383" y="1358201"/>
                </a:lnTo>
                <a:lnTo>
                  <a:pt x="884097" y="1391983"/>
                </a:lnTo>
                <a:lnTo>
                  <a:pt x="917549" y="1420990"/>
                </a:lnTo>
                <a:lnTo>
                  <a:pt x="955116" y="1444612"/>
                </a:lnTo>
                <a:lnTo>
                  <a:pt x="996213" y="1462239"/>
                </a:lnTo>
                <a:lnTo>
                  <a:pt x="1040231" y="1473250"/>
                </a:lnTo>
                <a:lnTo>
                  <a:pt x="1086573" y="1477060"/>
                </a:lnTo>
                <a:lnTo>
                  <a:pt x="1132928" y="1473250"/>
                </a:lnTo>
                <a:lnTo>
                  <a:pt x="1176947" y="1462239"/>
                </a:lnTo>
                <a:lnTo>
                  <a:pt x="1218044" y="1444612"/>
                </a:lnTo>
                <a:lnTo>
                  <a:pt x="1255610" y="1420990"/>
                </a:lnTo>
                <a:lnTo>
                  <a:pt x="1289062" y="1391983"/>
                </a:lnTo>
                <a:lnTo>
                  <a:pt x="1317764" y="1358201"/>
                </a:lnTo>
                <a:lnTo>
                  <a:pt x="1341145" y="1320253"/>
                </a:lnTo>
                <a:lnTo>
                  <a:pt x="1358595" y="1278737"/>
                </a:lnTo>
                <a:lnTo>
                  <a:pt x="1369504" y="1234262"/>
                </a:lnTo>
                <a:lnTo>
                  <a:pt x="1373276" y="1187437"/>
                </a:lnTo>
                <a:lnTo>
                  <a:pt x="1371168" y="1151559"/>
                </a:lnTo>
                <a:lnTo>
                  <a:pt x="1365034" y="1117574"/>
                </a:lnTo>
                <a:lnTo>
                  <a:pt x="1355128" y="1085215"/>
                </a:lnTo>
                <a:lnTo>
                  <a:pt x="1341742" y="1054214"/>
                </a:lnTo>
                <a:lnTo>
                  <a:pt x="1800453" y="590829"/>
                </a:lnTo>
                <a:lnTo>
                  <a:pt x="1949526" y="608203"/>
                </a:lnTo>
                <a:lnTo>
                  <a:pt x="2264892" y="2896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838586" y="2430116"/>
            <a:ext cx="85148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1074875" y="910475"/>
            <a:ext cx="6133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CO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44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1157466" y="1600132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1157466" y="1813352"/>
            <a:ext cx="6096000" cy="4268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AutoNum type="arabicPeriod"/>
            </a:pPr>
            <a:r>
              <a:rPr b="0" i="0" lang="es-CO" sz="1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Gestionar las membresías de los usuarios.</a:t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ahoma"/>
              <a:buNone/>
            </a:pPr>
            <a:r>
              <a:t/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834" lvl="0" marL="469900" marR="4572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AutoNum type="arabicPeriod"/>
            </a:pPr>
            <a:r>
              <a:rPr b="0" i="0" lang="es-CO" sz="1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Generar y presentar las rutinas e información nutricional de los alimentos</a:t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ahoma"/>
              <a:buNone/>
            </a:pPr>
            <a:r>
              <a:t/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834" lvl="0" marL="469900" marR="5080" rtl="0" algn="l">
              <a:lnSpc>
                <a:spcPct val="103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AutoNum type="arabicPeriod"/>
            </a:pPr>
            <a:r>
              <a:rPr b="0" i="0" lang="es-CO" sz="1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Gestionar los datos sobre los macronutrientes (parámetros alimenticios: carbohidratos, calorías, proteínas y vitaminas), las calorías de mantenimiento del cliente, las proteínas diarias requeridas y vitaminas consumidas en base a los alimentos.</a:t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ahoma"/>
              <a:buNone/>
            </a:pPr>
            <a:r>
              <a:t/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834" lvl="0" marL="469900" marR="43815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AutoNum type="arabicPeriod"/>
            </a:pPr>
            <a:r>
              <a:rPr b="0" i="0" lang="es-CO" sz="1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Implementar un registro del progreso personal (rendimiento físico) de cada cliente.</a:t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ahoma"/>
              <a:buNone/>
            </a:pPr>
            <a:r>
              <a:t/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834" lvl="0" marL="469900" marR="45720" rtl="0" algn="l">
              <a:lnSpc>
                <a:spcPct val="1036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AutoNum type="arabicPeriod"/>
            </a:pPr>
            <a:r>
              <a:rPr b="0" i="0" lang="es-CO" sz="1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Administrar el catálogo de ejercicios información acerca de ejercicios físicos, incluyendo demostraciones en video para que los clientes se guíen, y brindar la posibilidad de añadirlos a una rutina personalizada.</a:t>
            </a:r>
            <a:endParaRPr b="0" i="0" sz="15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>
            <a:off x="8103499" y="2109373"/>
            <a:ext cx="1174293" cy="957389"/>
            <a:chOff x="7366520" y="2013838"/>
            <a:chExt cx="1174293" cy="957389"/>
          </a:xfrm>
        </p:grpSpPr>
        <p:sp>
          <p:nvSpPr>
            <p:cNvPr id="124" name="Google Shape;124;p5"/>
            <p:cNvSpPr/>
            <p:nvPr/>
          </p:nvSpPr>
          <p:spPr>
            <a:xfrm>
              <a:off x="7781353" y="2013838"/>
              <a:ext cx="759460" cy="638175"/>
            </a:xfrm>
            <a:custGeom>
              <a:rect b="b" l="l" r="r" t="t"/>
              <a:pathLst>
                <a:path extrusionOk="0" h="638175" w="759459">
                  <a:moveTo>
                    <a:pt x="370154" y="453097"/>
                  </a:moveTo>
                  <a:lnTo>
                    <a:pt x="363537" y="403936"/>
                  </a:lnTo>
                  <a:lnTo>
                    <a:pt x="344868" y="359740"/>
                  </a:lnTo>
                  <a:lnTo>
                    <a:pt x="315912" y="322275"/>
                  </a:lnTo>
                  <a:lnTo>
                    <a:pt x="288467" y="301066"/>
                  </a:lnTo>
                  <a:lnTo>
                    <a:pt x="288467" y="500316"/>
                  </a:lnTo>
                  <a:lnTo>
                    <a:pt x="288467" y="547547"/>
                  </a:lnTo>
                  <a:lnTo>
                    <a:pt x="80416" y="547547"/>
                  </a:lnTo>
                  <a:lnTo>
                    <a:pt x="80416" y="500316"/>
                  </a:lnTo>
                  <a:lnTo>
                    <a:pt x="114719" y="473036"/>
                  </a:lnTo>
                  <a:lnTo>
                    <a:pt x="152234" y="460692"/>
                  </a:lnTo>
                  <a:lnTo>
                    <a:pt x="185077" y="456920"/>
                  </a:lnTo>
                  <a:lnTo>
                    <a:pt x="195808" y="457390"/>
                  </a:lnTo>
                  <a:lnTo>
                    <a:pt x="241846" y="467639"/>
                  </a:lnTo>
                  <a:lnTo>
                    <a:pt x="279539" y="487553"/>
                  </a:lnTo>
                  <a:lnTo>
                    <a:pt x="288467" y="500316"/>
                  </a:lnTo>
                  <a:lnTo>
                    <a:pt x="288467" y="301066"/>
                  </a:lnTo>
                  <a:lnTo>
                    <a:pt x="278447" y="293319"/>
                  </a:lnTo>
                  <a:lnTo>
                    <a:pt x="237413" y="275996"/>
                  </a:lnTo>
                  <a:lnTo>
                    <a:pt x="237413" y="391833"/>
                  </a:lnTo>
                  <a:lnTo>
                    <a:pt x="233362" y="411861"/>
                  </a:lnTo>
                  <a:lnTo>
                    <a:pt x="222250" y="428523"/>
                  </a:lnTo>
                  <a:lnTo>
                    <a:pt x="205638" y="439940"/>
                  </a:lnTo>
                  <a:lnTo>
                    <a:pt x="185077" y="444169"/>
                  </a:lnTo>
                  <a:lnTo>
                    <a:pt x="165061" y="440118"/>
                  </a:lnTo>
                  <a:lnTo>
                    <a:pt x="148386" y="429006"/>
                  </a:lnTo>
                  <a:lnTo>
                    <a:pt x="136982" y="412394"/>
                  </a:lnTo>
                  <a:lnTo>
                    <a:pt x="132753" y="391833"/>
                  </a:lnTo>
                  <a:lnTo>
                    <a:pt x="136791" y="371271"/>
                  </a:lnTo>
                  <a:lnTo>
                    <a:pt x="147904" y="354660"/>
                  </a:lnTo>
                  <a:lnTo>
                    <a:pt x="164515" y="343547"/>
                  </a:lnTo>
                  <a:lnTo>
                    <a:pt x="185077" y="339509"/>
                  </a:lnTo>
                  <a:lnTo>
                    <a:pt x="205105" y="343547"/>
                  </a:lnTo>
                  <a:lnTo>
                    <a:pt x="221780" y="354660"/>
                  </a:lnTo>
                  <a:lnTo>
                    <a:pt x="233184" y="371271"/>
                  </a:lnTo>
                  <a:lnTo>
                    <a:pt x="237413" y="391833"/>
                  </a:lnTo>
                  <a:lnTo>
                    <a:pt x="237413" y="275996"/>
                  </a:lnTo>
                  <a:lnTo>
                    <a:pt x="234238" y="274650"/>
                  </a:lnTo>
                  <a:lnTo>
                    <a:pt x="185077" y="268033"/>
                  </a:lnTo>
                  <a:lnTo>
                    <a:pt x="135915" y="274650"/>
                  </a:lnTo>
                  <a:lnTo>
                    <a:pt x="91719" y="293319"/>
                  </a:lnTo>
                  <a:lnTo>
                    <a:pt x="54254" y="322275"/>
                  </a:lnTo>
                  <a:lnTo>
                    <a:pt x="25298" y="359740"/>
                  </a:lnTo>
                  <a:lnTo>
                    <a:pt x="6616" y="403936"/>
                  </a:lnTo>
                  <a:lnTo>
                    <a:pt x="0" y="453097"/>
                  </a:lnTo>
                  <a:lnTo>
                    <a:pt x="6616" y="502259"/>
                  </a:lnTo>
                  <a:lnTo>
                    <a:pt x="25298" y="546455"/>
                  </a:lnTo>
                  <a:lnTo>
                    <a:pt x="54254" y="583920"/>
                  </a:lnTo>
                  <a:lnTo>
                    <a:pt x="91719" y="612876"/>
                  </a:lnTo>
                  <a:lnTo>
                    <a:pt x="135915" y="631545"/>
                  </a:lnTo>
                  <a:lnTo>
                    <a:pt x="185077" y="638162"/>
                  </a:lnTo>
                  <a:lnTo>
                    <a:pt x="234251" y="631545"/>
                  </a:lnTo>
                  <a:lnTo>
                    <a:pt x="278447" y="612876"/>
                  </a:lnTo>
                  <a:lnTo>
                    <a:pt x="315912" y="583920"/>
                  </a:lnTo>
                  <a:lnTo>
                    <a:pt x="344030" y="547547"/>
                  </a:lnTo>
                  <a:lnTo>
                    <a:pt x="363537" y="502259"/>
                  </a:lnTo>
                  <a:lnTo>
                    <a:pt x="369582" y="457390"/>
                  </a:lnTo>
                  <a:lnTo>
                    <a:pt x="369646" y="456920"/>
                  </a:lnTo>
                  <a:lnTo>
                    <a:pt x="370154" y="453097"/>
                  </a:lnTo>
                  <a:close/>
                </a:path>
                <a:path extrusionOk="0" h="638175" w="759459">
                  <a:moveTo>
                    <a:pt x="465886" y="306324"/>
                  </a:moveTo>
                  <a:lnTo>
                    <a:pt x="427596" y="306324"/>
                  </a:lnTo>
                  <a:lnTo>
                    <a:pt x="427596" y="344614"/>
                  </a:lnTo>
                  <a:lnTo>
                    <a:pt x="465886" y="344614"/>
                  </a:lnTo>
                  <a:lnTo>
                    <a:pt x="465886" y="306324"/>
                  </a:lnTo>
                  <a:close/>
                </a:path>
                <a:path extrusionOk="0" h="638175" w="759459">
                  <a:moveTo>
                    <a:pt x="465886" y="229743"/>
                  </a:moveTo>
                  <a:lnTo>
                    <a:pt x="427596" y="229743"/>
                  </a:lnTo>
                  <a:lnTo>
                    <a:pt x="427596" y="268033"/>
                  </a:lnTo>
                  <a:lnTo>
                    <a:pt x="465886" y="268033"/>
                  </a:lnTo>
                  <a:lnTo>
                    <a:pt x="465886" y="229743"/>
                  </a:lnTo>
                  <a:close/>
                </a:path>
                <a:path extrusionOk="0" h="638175" w="759459">
                  <a:moveTo>
                    <a:pt x="465886" y="153162"/>
                  </a:moveTo>
                  <a:lnTo>
                    <a:pt x="427596" y="153162"/>
                  </a:lnTo>
                  <a:lnTo>
                    <a:pt x="427596" y="191452"/>
                  </a:lnTo>
                  <a:lnTo>
                    <a:pt x="465886" y="191452"/>
                  </a:lnTo>
                  <a:lnTo>
                    <a:pt x="465886" y="153162"/>
                  </a:lnTo>
                  <a:close/>
                </a:path>
                <a:path extrusionOk="0" h="638175" w="759459">
                  <a:moveTo>
                    <a:pt x="465886" y="76581"/>
                  </a:moveTo>
                  <a:lnTo>
                    <a:pt x="427596" y="76581"/>
                  </a:lnTo>
                  <a:lnTo>
                    <a:pt x="427596" y="114871"/>
                  </a:lnTo>
                  <a:lnTo>
                    <a:pt x="465886" y="114871"/>
                  </a:lnTo>
                  <a:lnTo>
                    <a:pt x="465886" y="76581"/>
                  </a:lnTo>
                  <a:close/>
                </a:path>
                <a:path extrusionOk="0" h="638175" w="759459">
                  <a:moveTo>
                    <a:pt x="465886" y="0"/>
                  </a:moveTo>
                  <a:lnTo>
                    <a:pt x="427596" y="0"/>
                  </a:lnTo>
                  <a:lnTo>
                    <a:pt x="427596" y="38290"/>
                  </a:lnTo>
                  <a:lnTo>
                    <a:pt x="465886" y="38290"/>
                  </a:lnTo>
                  <a:lnTo>
                    <a:pt x="465886" y="0"/>
                  </a:lnTo>
                  <a:close/>
                </a:path>
                <a:path extrusionOk="0" h="638175" w="759459">
                  <a:moveTo>
                    <a:pt x="539915" y="306324"/>
                  </a:moveTo>
                  <a:lnTo>
                    <a:pt x="502907" y="306324"/>
                  </a:lnTo>
                  <a:lnTo>
                    <a:pt x="502907" y="344614"/>
                  </a:lnTo>
                  <a:lnTo>
                    <a:pt x="539915" y="344614"/>
                  </a:lnTo>
                  <a:lnTo>
                    <a:pt x="539915" y="306324"/>
                  </a:lnTo>
                  <a:close/>
                </a:path>
                <a:path extrusionOk="0" h="638175" w="759459">
                  <a:moveTo>
                    <a:pt x="539915" y="0"/>
                  </a:moveTo>
                  <a:lnTo>
                    <a:pt x="502907" y="0"/>
                  </a:lnTo>
                  <a:lnTo>
                    <a:pt x="502907" y="38290"/>
                  </a:lnTo>
                  <a:lnTo>
                    <a:pt x="539915" y="38290"/>
                  </a:lnTo>
                  <a:lnTo>
                    <a:pt x="539915" y="0"/>
                  </a:lnTo>
                  <a:close/>
                </a:path>
                <a:path extrusionOk="0" h="638175" w="759459">
                  <a:moveTo>
                    <a:pt x="613943" y="306324"/>
                  </a:moveTo>
                  <a:lnTo>
                    <a:pt x="576935" y="306324"/>
                  </a:lnTo>
                  <a:lnTo>
                    <a:pt x="576935" y="344614"/>
                  </a:lnTo>
                  <a:lnTo>
                    <a:pt x="613943" y="344614"/>
                  </a:lnTo>
                  <a:lnTo>
                    <a:pt x="613943" y="306324"/>
                  </a:lnTo>
                  <a:close/>
                </a:path>
                <a:path extrusionOk="0" h="638175" w="759459">
                  <a:moveTo>
                    <a:pt x="613943" y="0"/>
                  </a:moveTo>
                  <a:lnTo>
                    <a:pt x="576935" y="0"/>
                  </a:lnTo>
                  <a:lnTo>
                    <a:pt x="576935" y="38290"/>
                  </a:lnTo>
                  <a:lnTo>
                    <a:pt x="613943" y="38290"/>
                  </a:lnTo>
                  <a:lnTo>
                    <a:pt x="613943" y="0"/>
                  </a:lnTo>
                  <a:close/>
                </a:path>
                <a:path extrusionOk="0" h="638175" w="759459">
                  <a:moveTo>
                    <a:pt x="686701" y="306324"/>
                  </a:moveTo>
                  <a:lnTo>
                    <a:pt x="649693" y="306324"/>
                  </a:lnTo>
                  <a:lnTo>
                    <a:pt x="649693" y="344614"/>
                  </a:lnTo>
                  <a:lnTo>
                    <a:pt x="686701" y="344614"/>
                  </a:lnTo>
                  <a:lnTo>
                    <a:pt x="686701" y="306324"/>
                  </a:lnTo>
                  <a:close/>
                </a:path>
                <a:path extrusionOk="0" h="638175" w="759459">
                  <a:moveTo>
                    <a:pt x="686701" y="0"/>
                  </a:moveTo>
                  <a:lnTo>
                    <a:pt x="649693" y="0"/>
                  </a:lnTo>
                  <a:lnTo>
                    <a:pt x="649693" y="38290"/>
                  </a:lnTo>
                  <a:lnTo>
                    <a:pt x="686701" y="38290"/>
                  </a:lnTo>
                  <a:lnTo>
                    <a:pt x="686701" y="0"/>
                  </a:lnTo>
                  <a:close/>
                </a:path>
                <a:path extrusionOk="0" h="638175" w="759459">
                  <a:moveTo>
                    <a:pt x="759460" y="306324"/>
                  </a:moveTo>
                  <a:lnTo>
                    <a:pt x="721169" y="306324"/>
                  </a:lnTo>
                  <a:lnTo>
                    <a:pt x="721169" y="344614"/>
                  </a:lnTo>
                  <a:lnTo>
                    <a:pt x="759460" y="344614"/>
                  </a:lnTo>
                  <a:lnTo>
                    <a:pt x="759460" y="306324"/>
                  </a:lnTo>
                  <a:close/>
                </a:path>
                <a:path extrusionOk="0" h="638175" w="759459">
                  <a:moveTo>
                    <a:pt x="759460" y="229743"/>
                  </a:moveTo>
                  <a:lnTo>
                    <a:pt x="721169" y="229743"/>
                  </a:lnTo>
                  <a:lnTo>
                    <a:pt x="721169" y="268033"/>
                  </a:lnTo>
                  <a:lnTo>
                    <a:pt x="759460" y="268033"/>
                  </a:lnTo>
                  <a:lnTo>
                    <a:pt x="759460" y="229743"/>
                  </a:lnTo>
                  <a:close/>
                </a:path>
                <a:path extrusionOk="0" h="638175" w="759459">
                  <a:moveTo>
                    <a:pt x="759460" y="153162"/>
                  </a:moveTo>
                  <a:lnTo>
                    <a:pt x="721169" y="153162"/>
                  </a:lnTo>
                  <a:lnTo>
                    <a:pt x="721169" y="191452"/>
                  </a:lnTo>
                  <a:lnTo>
                    <a:pt x="759460" y="191452"/>
                  </a:lnTo>
                  <a:lnTo>
                    <a:pt x="759460" y="153162"/>
                  </a:lnTo>
                  <a:close/>
                </a:path>
                <a:path extrusionOk="0" h="638175" w="759459">
                  <a:moveTo>
                    <a:pt x="759460" y="76581"/>
                  </a:moveTo>
                  <a:lnTo>
                    <a:pt x="721169" y="76581"/>
                  </a:lnTo>
                  <a:lnTo>
                    <a:pt x="721169" y="114871"/>
                  </a:lnTo>
                  <a:lnTo>
                    <a:pt x="759460" y="114871"/>
                  </a:lnTo>
                  <a:lnTo>
                    <a:pt x="759460" y="76581"/>
                  </a:lnTo>
                  <a:close/>
                </a:path>
                <a:path extrusionOk="0" h="638175" w="759459">
                  <a:moveTo>
                    <a:pt x="759460" y="0"/>
                  </a:moveTo>
                  <a:lnTo>
                    <a:pt x="721169" y="0"/>
                  </a:lnTo>
                  <a:lnTo>
                    <a:pt x="721169" y="38290"/>
                  </a:lnTo>
                  <a:lnTo>
                    <a:pt x="759460" y="38290"/>
                  </a:lnTo>
                  <a:lnTo>
                    <a:pt x="759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" name="Google Shape;12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84703" y="2524365"/>
              <a:ext cx="165931" cy="16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5"/>
            <p:cNvSpPr/>
            <p:nvPr/>
          </p:nvSpPr>
          <p:spPr>
            <a:xfrm>
              <a:off x="7366520" y="2217445"/>
              <a:ext cx="344805" cy="269240"/>
            </a:xfrm>
            <a:custGeom>
              <a:rect b="b" l="l" r="r" t="t"/>
              <a:pathLst>
                <a:path extrusionOk="0" h="269239" w="344804">
                  <a:moveTo>
                    <a:pt x="191465" y="147383"/>
                  </a:moveTo>
                  <a:lnTo>
                    <a:pt x="89357" y="147383"/>
                  </a:lnTo>
                  <a:lnTo>
                    <a:pt x="89357" y="185674"/>
                  </a:lnTo>
                  <a:lnTo>
                    <a:pt x="191465" y="185674"/>
                  </a:lnTo>
                  <a:lnTo>
                    <a:pt x="191465" y="147383"/>
                  </a:lnTo>
                  <a:close/>
                </a:path>
                <a:path extrusionOk="0" h="269239" w="344804">
                  <a:moveTo>
                    <a:pt x="242519" y="70802"/>
                  </a:moveTo>
                  <a:lnTo>
                    <a:pt x="89357" y="70802"/>
                  </a:lnTo>
                  <a:lnTo>
                    <a:pt x="89357" y="109093"/>
                  </a:lnTo>
                  <a:lnTo>
                    <a:pt x="242519" y="109093"/>
                  </a:lnTo>
                  <a:lnTo>
                    <a:pt x="242519" y="70802"/>
                  </a:lnTo>
                  <a:close/>
                </a:path>
                <a:path extrusionOk="0" h="269239" w="344804">
                  <a:moveTo>
                    <a:pt x="344639" y="0"/>
                  </a:moveTo>
                  <a:lnTo>
                    <a:pt x="306336" y="0"/>
                  </a:lnTo>
                  <a:lnTo>
                    <a:pt x="306336" y="39370"/>
                  </a:lnTo>
                  <a:lnTo>
                    <a:pt x="306336" y="229870"/>
                  </a:lnTo>
                  <a:lnTo>
                    <a:pt x="38290" y="229870"/>
                  </a:lnTo>
                  <a:lnTo>
                    <a:pt x="38290" y="39370"/>
                  </a:lnTo>
                  <a:lnTo>
                    <a:pt x="306336" y="39370"/>
                  </a:lnTo>
                  <a:lnTo>
                    <a:pt x="306336" y="0"/>
                  </a:lnTo>
                  <a:lnTo>
                    <a:pt x="0" y="0"/>
                  </a:lnTo>
                  <a:lnTo>
                    <a:pt x="0" y="39370"/>
                  </a:lnTo>
                  <a:lnTo>
                    <a:pt x="0" y="229870"/>
                  </a:lnTo>
                  <a:lnTo>
                    <a:pt x="0" y="269240"/>
                  </a:lnTo>
                  <a:lnTo>
                    <a:pt x="344639" y="269240"/>
                  </a:lnTo>
                  <a:lnTo>
                    <a:pt x="344639" y="230352"/>
                  </a:lnTo>
                  <a:lnTo>
                    <a:pt x="344639" y="229870"/>
                  </a:lnTo>
                  <a:lnTo>
                    <a:pt x="344639" y="39370"/>
                  </a:lnTo>
                  <a:lnTo>
                    <a:pt x="344639" y="38900"/>
                  </a:lnTo>
                  <a:lnTo>
                    <a:pt x="3446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72774" y="2103175"/>
              <a:ext cx="204223" cy="191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5"/>
            <p:cNvSpPr/>
            <p:nvPr/>
          </p:nvSpPr>
          <p:spPr>
            <a:xfrm>
              <a:off x="7455878" y="2103183"/>
              <a:ext cx="1021715" cy="868044"/>
            </a:xfrm>
            <a:custGeom>
              <a:rect b="b" l="l" r="r" t="t"/>
              <a:pathLst>
                <a:path extrusionOk="0" h="868044" w="1021715">
                  <a:moveTo>
                    <a:pt x="727544" y="0"/>
                  </a:moveTo>
                  <a:lnTo>
                    <a:pt x="51054" y="0"/>
                  </a:lnTo>
                  <a:lnTo>
                    <a:pt x="31229" y="4025"/>
                  </a:lnTo>
                  <a:lnTo>
                    <a:pt x="14986" y="14998"/>
                  </a:lnTo>
                  <a:lnTo>
                    <a:pt x="4025" y="31229"/>
                  </a:lnTo>
                  <a:lnTo>
                    <a:pt x="0" y="51054"/>
                  </a:lnTo>
                  <a:lnTo>
                    <a:pt x="0" y="76581"/>
                  </a:lnTo>
                  <a:lnTo>
                    <a:pt x="727544" y="76581"/>
                  </a:lnTo>
                  <a:lnTo>
                    <a:pt x="727544" y="0"/>
                  </a:lnTo>
                  <a:close/>
                </a:path>
                <a:path extrusionOk="0" h="868044" w="1021715">
                  <a:moveTo>
                    <a:pt x="1021118" y="280797"/>
                  </a:moveTo>
                  <a:lnTo>
                    <a:pt x="944524" y="280797"/>
                  </a:lnTo>
                  <a:lnTo>
                    <a:pt x="944537" y="638162"/>
                  </a:lnTo>
                  <a:lnTo>
                    <a:pt x="76581" y="638162"/>
                  </a:lnTo>
                  <a:lnTo>
                    <a:pt x="76581" y="433946"/>
                  </a:lnTo>
                  <a:lnTo>
                    <a:pt x="0" y="433946"/>
                  </a:lnTo>
                  <a:lnTo>
                    <a:pt x="0" y="663689"/>
                  </a:lnTo>
                  <a:lnTo>
                    <a:pt x="4025" y="683514"/>
                  </a:lnTo>
                  <a:lnTo>
                    <a:pt x="14986" y="699744"/>
                  </a:lnTo>
                  <a:lnTo>
                    <a:pt x="31229" y="710717"/>
                  </a:lnTo>
                  <a:lnTo>
                    <a:pt x="51054" y="714743"/>
                  </a:lnTo>
                  <a:lnTo>
                    <a:pt x="408444" y="714743"/>
                  </a:lnTo>
                  <a:lnTo>
                    <a:pt x="408444" y="791324"/>
                  </a:lnTo>
                  <a:lnTo>
                    <a:pt x="280809" y="791324"/>
                  </a:lnTo>
                  <a:lnTo>
                    <a:pt x="280809" y="867905"/>
                  </a:lnTo>
                  <a:lnTo>
                    <a:pt x="740308" y="867905"/>
                  </a:lnTo>
                  <a:lnTo>
                    <a:pt x="740308" y="791324"/>
                  </a:lnTo>
                  <a:lnTo>
                    <a:pt x="612673" y="791324"/>
                  </a:lnTo>
                  <a:lnTo>
                    <a:pt x="612673" y="714743"/>
                  </a:lnTo>
                  <a:lnTo>
                    <a:pt x="970064" y="714743"/>
                  </a:lnTo>
                  <a:lnTo>
                    <a:pt x="989888" y="710717"/>
                  </a:lnTo>
                  <a:lnTo>
                    <a:pt x="1006119" y="699744"/>
                  </a:lnTo>
                  <a:lnTo>
                    <a:pt x="1017092" y="683514"/>
                  </a:lnTo>
                  <a:lnTo>
                    <a:pt x="1021118" y="663689"/>
                  </a:lnTo>
                  <a:lnTo>
                    <a:pt x="1021118" y="2807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9470501" y="3196311"/>
            <a:ext cx="1148612" cy="1179629"/>
            <a:chOff x="8910943" y="2868764"/>
            <a:chExt cx="1148612" cy="1179629"/>
          </a:xfrm>
        </p:grpSpPr>
        <p:sp>
          <p:nvSpPr>
            <p:cNvPr id="130" name="Google Shape;130;p5"/>
            <p:cNvSpPr/>
            <p:nvPr/>
          </p:nvSpPr>
          <p:spPr>
            <a:xfrm>
              <a:off x="8910943" y="2868764"/>
              <a:ext cx="1118870" cy="812800"/>
            </a:xfrm>
            <a:custGeom>
              <a:rect b="b" l="l" r="r" t="t"/>
              <a:pathLst>
                <a:path extrusionOk="0" h="812800" w="1118870">
                  <a:moveTo>
                    <a:pt x="1004049" y="174155"/>
                  </a:moveTo>
                  <a:lnTo>
                    <a:pt x="999540" y="151549"/>
                  </a:lnTo>
                  <a:lnTo>
                    <a:pt x="987234" y="133083"/>
                  </a:lnTo>
                  <a:lnTo>
                    <a:pt x="968984" y="120637"/>
                  </a:lnTo>
                  <a:lnTo>
                    <a:pt x="946632" y="116065"/>
                  </a:lnTo>
                  <a:lnTo>
                    <a:pt x="516356" y="116065"/>
                  </a:lnTo>
                  <a:lnTo>
                    <a:pt x="358584" y="10160"/>
                  </a:lnTo>
                  <a:lnTo>
                    <a:pt x="351256" y="6032"/>
                  </a:lnTo>
                  <a:lnTo>
                    <a:pt x="343484" y="2946"/>
                  </a:lnTo>
                  <a:lnTo>
                    <a:pt x="335368" y="914"/>
                  </a:lnTo>
                  <a:lnTo>
                    <a:pt x="327037" y="0"/>
                  </a:lnTo>
                  <a:lnTo>
                    <a:pt x="57416" y="0"/>
                  </a:lnTo>
                  <a:lnTo>
                    <a:pt x="35064" y="4559"/>
                  </a:lnTo>
                  <a:lnTo>
                    <a:pt x="16814" y="17005"/>
                  </a:lnTo>
                  <a:lnTo>
                    <a:pt x="4508" y="35471"/>
                  </a:lnTo>
                  <a:lnTo>
                    <a:pt x="0" y="58077"/>
                  </a:lnTo>
                  <a:lnTo>
                    <a:pt x="0" y="782294"/>
                  </a:lnTo>
                  <a:lnTo>
                    <a:pt x="571" y="782294"/>
                  </a:lnTo>
                  <a:lnTo>
                    <a:pt x="190563" y="315391"/>
                  </a:lnTo>
                  <a:lnTo>
                    <a:pt x="206781" y="289966"/>
                  </a:lnTo>
                  <a:lnTo>
                    <a:pt x="228942" y="270510"/>
                  </a:lnTo>
                  <a:lnTo>
                    <a:pt x="255574" y="258025"/>
                  </a:lnTo>
                  <a:lnTo>
                    <a:pt x="285153" y="253479"/>
                  </a:lnTo>
                  <a:lnTo>
                    <a:pt x="1004049" y="253479"/>
                  </a:lnTo>
                  <a:lnTo>
                    <a:pt x="1004049" y="174155"/>
                  </a:lnTo>
                  <a:close/>
                </a:path>
                <a:path extrusionOk="0" h="812800" w="1118870">
                  <a:moveTo>
                    <a:pt x="1118793" y="362699"/>
                  </a:moveTo>
                  <a:lnTo>
                    <a:pt x="1114971" y="341477"/>
                  </a:lnTo>
                  <a:lnTo>
                    <a:pt x="1104188" y="323646"/>
                  </a:lnTo>
                  <a:lnTo>
                    <a:pt x="1087869" y="310819"/>
                  </a:lnTo>
                  <a:lnTo>
                    <a:pt x="1067435" y="304622"/>
                  </a:lnTo>
                  <a:lnTo>
                    <a:pt x="285407" y="304622"/>
                  </a:lnTo>
                  <a:lnTo>
                    <a:pt x="244983" y="323418"/>
                  </a:lnTo>
                  <a:lnTo>
                    <a:pt x="43040" y="812571"/>
                  </a:lnTo>
                  <a:lnTo>
                    <a:pt x="628040" y="812571"/>
                  </a:lnTo>
                  <a:lnTo>
                    <a:pt x="624700" y="766927"/>
                  </a:lnTo>
                  <a:lnTo>
                    <a:pt x="628408" y="721880"/>
                  </a:lnTo>
                  <a:lnTo>
                    <a:pt x="638898" y="678205"/>
                  </a:lnTo>
                  <a:lnTo>
                    <a:pt x="655929" y="636689"/>
                  </a:lnTo>
                  <a:lnTo>
                    <a:pt x="679246" y="598119"/>
                  </a:lnTo>
                  <a:lnTo>
                    <a:pt x="708583" y="563295"/>
                  </a:lnTo>
                  <a:lnTo>
                    <a:pt x="745121" y="532041"/>
                  </a:lnTo>
                  <a:lnTo>
                    <a:pt x="785418" y="507796"/>
                  </a:lnTo>
                  <a:lnTo>
                    <a:pt x="828548" y="490702"/>
                  </a:lnTo>
                  <a:lnTo>
                    <a:pt x="873569" y="480885"/>
                  </a:lnTo>
                  <a:lnTo>
                    <a:pt x="919568" y="478459"/>
                  </a:lnTo>
                  <a:lnTo>
                    <a:pt x="965619" y="483552"/>
                  </a:lnTo>
                  <a:lnTo>
                    <a:pt x="1010780" y="496303"/>
                  </a:lnTo>
                  <a:lnTo>
                    <a:pt x="1054125" y="516813"/>
                  </a:lnTo>
                  <a:lnTo>
                    <a:pt x="1113053" y="388683"/>
                  </a:lnTo>
                  <a:lnTo>
                    <a:pt x="1115593" y="382473"/>
                  </a:lnTo>
                  <a:lnTo>
                    <a:pt x="1117409" y="376021"/>
                  </a:lnTo>
                  <a:lnTo>
                    <a:pt x="1118476" y="369417"/>
                  </a:lnTo>
                  <a:lnTo>
                    <a:pt x="1118793" y="362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" name="Google Shape;131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687670" y="3501259"/>
              <a:ext cx="212805" cy="1800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5"/>
            <p:cNvSpPr/>
            <p:nvPr/>
          </p:nvSpPr>
          <p:spPr>
            <a:xfrm>
              <a:off x="9417570" y="3398153"/>
              <a:ext cx="641985" cy="650240"/>
            </a:xfrm>
            <a:custGeom>
              <a:rect b="b" l="l" r="r" t="t"/>
              <a:pathLst>
                <a:path extrusionOk="0" h="650239" w="641984">
                  <a:moveTo>
                    <a:pt x="405082" y="0"/>
                  </a:moveTo>
                  <a:lnTo>
                    <a:pt x="359278" y="4407"/>
                  </a:lnTo>
                  <a:lnTo>
                    <a:pt x="359729" y="4407"/>
                  </a:lnTo>
                  <a:lnTo>
                    <a:pt x="316141" y="17439"/>
                  </a:lnTo>
                  <a:lnTo>
                    <a:pt x="275020" y="39287"/>
                  </a:lnTo>
                  <a:lnTo>
                    <a:pt x="237923" y="69888"/>
                  </a:lnTo>
                  <a:lnTo>
                    <a:pt x="208707" y="106400"/>
                  </a:lnTo>
                  <a:lnTo>
                    <a:pt x="184282" y="153298"/>
                  </a:lnTo>
                  <a:lnTo>
                    <a:pt x="171766" y="200088"/>
                  </a:lnTo>
                  <a:lnTo>
                    <a:pt x="171714" y="200281"/>
                  </a:lnTo>
                  <a:lnTo>
                    <a:pt x="168797" y="248337"/>
                  </a:lnTo>
                  <a:lnTo>
                    <a:pt x="168777" y="248662"/>
                  </a:lnTo>
                  <a:lnTo>
                    <a:pt x="175507" y="296422"/>
                  </a:lnTo>
                  <a:lnTo>
                    <a:pt x="175568" y="296849"/>
                  </a:lnTo>
                  <a:lnTo>
                    <a:pt x="192182" y="343254"/>
                  </a:lnTo>
                  <a:lnTo>
                    <a:pt x="218716" y="386284"/>
                  </a:lnTo>
                  <a:lnTo>
                    <a:pt x="181676" y="423730"/>
                  </a:lnTo>
                  <a:lnTo>
                    <a:pt x="137103" y="429511"/>
                  </a:lnTo>
                  <a:lnTo>
                    <a:pt x="17326" y="547728"/>
                  </a:lnTo>
                  <a:lnTo>
                    <a:pt x="0" y="590004"/>
                  </a:lnTo>
                  <a:lnTo>
                    <a:pt x="4331" y="612503"/>
                  </a:lnTo>
                  <a:lnTo>
                    <a:pt x="17326" y="632283"/>
                  </a:lnTo>
                  <a:lnTo>
                    <a:pt x="36877" y="645418"/>
                  </a:lnTo>
                  <a:lnTo>
                    <a:pt x="59117" y="649796"/>
                  </a:lnTo>
                  <a:lnTo>
                    <a:pt x="81358" y="645418"/>
                  </a:lnTo>
                  <a:lnTo>
                    <a:pt x="208381" y="523561"/>
                  </a:lnTo>
                  <a:lnTo>
                    <a:pt x="225524" y="481554"/>
                  </a:lnTo>
                  <a:lnTo>
                    <a:pt x="223525" y="466463"/>
                  </a:lnTo>
                  <a:lnTo>
                    <a:pt x="223467" y="466027"/>
                  </a:lnTo>
                  <a:lnTo>
                    <a:pt x="260620" y="428444"/>
                  </a:lnTo>
                  <a:lnTo>
                    <a:pt x="548552" y="428444"/>
                  </a:lnTo>
                  <a:lnTo>
                    <a:pt x="550349" y="427172"/>
                  </a:lnTo>
                  <a:lnTo>
                    <a:pt x="404964" y="427172"/>
                  </a:lnTo>
                  <a:lnTo>
                    <a:pt x="357843" y="421060"/>
                  </a:lnTo>
                  <a:lnTo>
                    <a:pt x="313224" y="402716"/>
                  </a:lnTo>
                  <a:lnTo>
                    <a:pt x="273612" y="372140"/>
                  </a:lnTo>
                  <a:lnTo>
                    <a:pt x="243384" y="332068"/>
                  </a:lnTo>
                  <a:lnTo>
                    <a:pt x="225246" y="286931"/>
                  </a:lnTo>
                  <a:lnTo>
                    <a:pt x="219200" y="239261"/>
                  </a:lnTo>
                  <a:lnTo>
                    <a:pt x="225245" y="191604"/>
                  </a:lnTo>
                  <a:lnTo>
                    <a:pt x="243378" y="146474"/>
                  </a:lnTo>
                  <a:lnTo>
                    <a:pt x="273612" y="106400"/>
                  </a:lnTo>
                  <a:lnTo>
                    <a:pt x="313216" y="75821"/>
                  </a:lnTo>
                  <a:lnTo>
                    <a:pt x="357833" y="57474"/>
                  </a:lnTo>
                  <a:lnTo>
                    <a:pt x="404956" y="51356"/>
                  </a:lnTo>
                  <a:lnTo>
                    <a:pt x="549443" y="51356"/>
                  </a:lnTo>
                  <a:lnTo>
                    <a:pt x="535088" y="39477"/>
                  </a:lnTo>
                  <a:lnTo>
                    <a:pt x="493998" y="17567"/>
                  </a:lnTo>
                  <a:lnTo>
                    <a:pt x="450215" y="4407"/>
                  </a:lnTo>
                  <a:lnTo>
                    <a:pt x="405082" y="0"/>
                  </a:lnTo>
                  <a:close/>
                </a:path>
                <a:path extrusionOk="0" h="650239" w="641984">
                  <a:moveTo>
                    <a:pt x="548552" y="428444"/>
                  </a:moveTo>
                  <a:lnTo>
                    <a:pt x="260620" y="428444"/>
                  </a:lnTo>
                  <a:lnTo>
                    <a:pt x="301216" y="454095"/>
                  </a:lnTo>
                  <a:lnTo>
                    <a:pt x="344720" y="470551"/>
                  </a:lnTo>
                  <a:lnTo>
                    <a:pt x="389799" y="477984"/>
                  </a:lnTo>
                  <a:lnTo>
                    <a:pt x="435120" y="476564"/>
                  </a:lnTo>
                  <a:lnTo>
                    <a:pt x="479349" y="466463"/>
                  </a:lnTo>
                  <a:lnTo>
                    <a:pt x="521154" y="447852"/>
                  </a:lnTo>
                  <a:lnTo>
                    <a:pt x="548552" y="428444"/>
                  </a:lnTo>
                  <a:close/>
                </a:path>
                <a:path extrusionOk="0" h="650239" w="641984">
                  <a:moveTo>
                    <a:pt x="549443" y="51356"/>
                  </a:moveTo>
                  <a:lnTo>
                    <a:pt x="404956" y="51356"/>
                  </a:lnTo>
                  <a:lnTo>
                    <a:pt x="452095" y="57474"/>
                  </a:lnTo>
                  <a:lnTo>
                    <a:pt x="496719" y="75821"/>
                  </a:lnTo>
                  <a:lnTo>
                    <a:pt x="536333" y="106400"/>
                  </a:lnTo>
                  <a:lnTo>
                    <a:pt x="566498" y="146474"/>
                  </a:lnTo>
                  <a:lnTo>
                    <a:pt x="584607" y="191604"/>
                  </a:lnTo>
                  <a:lnTo>
                    <a:pt x="590643" y="239261"/>
                  </a:lnTo>
                  <a:lnTo>
                    <a:pt x="584603" y="286931"/>
                  </a:lnTo>
                  <a:lnTo>
                    <a:pt x="566488" y="332068"/>
                  </a:lnTo>
                  <a:lnTo>
                    <a:pt x="536316" y="372140"/>
                  </a:lnTo>
                  <a:lnTo>
                    <a:pt x="496688" y="402716"/>
                  </a:lnTo>
                  <a:lnTo>
                    <a:pt x="452047" y="421060"/>
                  </a:lnTo>
                  <a:lnTo>
                    <a:pt x="404964" y="427172"/>
                  </a:lnTo>
                  <a:lnTo>
                    <a:pt x="550349" y="427172"/>
                  </a:lnTo>
                  <a:lnTo>
                    <a:pt x="592158" y="385783"/>
                  </a:lnTo>
                  <a:lnTo>
                    <a:pt x="618440" y="342763"/>
                  </a:lnTo>
                  <a:lnTo>
                    <a:pt x="634842" y="296422"/>
                  </a:lnTo>
                  <a:lnTo>
                    <a:pt x="641419" y="248662"/>
                  </a:lnTo>
                  <a:lnTo>
                    <a:pt x="641463" y="248337"/>
                  </a:lnTo>
                  <a:lnTo>
                    <a:pt x="638416" y="200281"/>
                  </a:lnTo>
                  <a:lnTo>
                    <a:pt x="638404" y="200088"/>
                  </a:lnTo>
                  <a:lnTo>
                    <a:pt x="625775" y="153298"/>
                  </a:lnTo>
                  <a:lnTo>
                    <a:pt x="603642" y="109410"/>
                  </a:lnTo>
                  <a:lnTo>
                    <a:pt x="572140" y="70139"/>
                  </a:lnTo>
                  <a:lnTo>
                    <a:pt x="549443" y="51356"/>
                  </a:lnTo>
                  <a:close/>
                </a:path>
                <a:path extrusionOk="0" h="650239" w="641984">
                  <a:moveTo>
                    <a:pt x="166323" y="421662"/>
                  </a:moveTo>
                  <a:lnTo>
                    <a:pt x="150669" y="423730"/>
                  </a:lnTo>
                  <a:lnTo>
                    <a:pt x="181676" y="423730"/>
                  </a:lnTo>
                  <a:lnTo>
                    <a:pt x="166323" y="4216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"/>
          <p:cNvSpPr/>
          <p:nvPr/>
        </p:nvSpPr>
        <p:spPr>
          <a:xfrm>
            <a:off x="7774358" y="4008872"/>
            <a:ext cx="1354455" cy="1029969"/>
          </a:xfrm>
          <a:custGeom>
            <a:rect b="b" l="l" r="r" t="t"/>
            <a:pathLst>
              <a:path extrusionOk="0" h="1029970" w="1354454">
                <a:moveTo>
                  <a:pt x="907935" y="799884"/>
                </a:moveTo>
                <a:lnTo>
                  <a:pt x="887107" y="779208"/>
                </a:lnTo>
                <a:lnTo>
                  <a:pt x="691349" y="973315"/>
                </a:lnTo>
                <a:lnTo>
                  <a:pt x="691349" y="394576"/>
                </a:lnTo>
                <a:lnTo>
                  <a:pt x="661898" y="394576"/>
                </a:lnTo>
                <a:lnTo>
                  <a:pt x="661644" y="973416"/>
                </a:lnTo>
                <a:lnTo>
                  <a:pt x="466128" y="779208"/>
                </a:lnTo>
                <a:lnTo>
                  <a:pt x="445312" y="799884"/>
                </a:lnTo>
                <a:lnTo>
                  <a:pt x="676630" y="1029665"/>
                </a:lnTo>
                <a:lnTo>
                  <a:pt x="907935" y="799884"/>
                </a:lnTo>
                <a:close/>
              </a:path>
              <a:path extrusionOk="0" h="1029970" w="1354454">
                <a:moveTo>
                  <a:pt x="1354391" y="584479"/>
                </a:moveTo>
                <a:lnTo>
                  <a:pt x="1348359" y="537972"/>
                </a:lnTo>
                <a:lnTo>
                  <a:pt x="1333385" y="494753"/>
                </a:lnTo>
                <a:lnTo>
                  <a:pt x="1310386" y="455841"/>
                </a:lnTo>
                <a:lnTo>
                  <a:pt x="1280299" y="422287"/>
                </a:lnTo>
                <a:lnTo>
                  <a:pt x="1244041" y="395109"/>
                </a:lnTo>
                <a:lnTo>
                  <a:pt x="1202537" y="375335"/>
                </a:lnTo>
                <a:lnTo>
                  <a:pt x="1156728" y="364020"/>
                </a:lnTo>
                <a:lnTo>
                  <a:pt x="1142834" y="311924"/>
                </a:lnTo>
                <a:lnTo>
                  <a:pt x="1119251" y="263944"/>
                </a:lnTo>
                <a:lnTo>
                  <a:pt x="1086802" y="221386"/>
                </a:lnTo>
                <a:lnTo>
                  <a:pt x="1046276" y="185547"/>
                </a:lnTo>
                <a:lnTo>
                  <a:pt x="997851" y="158673"/>
                </a:lnTo>
                <a:lnTo>
                  <a:pt x="945502" y="142163"/>
                </a:lnTo>
                <a:lnTo>
                  <a:pt x="890892" y="136385"/>
                </a:lnTo>
                <a:lnTo>
                  <a:pt x="835672" y="141655"/>
                </a:lnTo>
                <a:lnTo>
                  <a:pt x="803529" y="100609"/>
                </a:lnTo>
                <a:lnTo>
                  <a:pt x="765517" y="65862"/>
                </a:lnTo>
                <a:lnTo>
                  <a:pt x="722579" y="37922"/>
                </a:lnTo>
                <a:lnTo>
                  <a:pt x="675627" y="17297"/>
                </a:lnTo>
                <a:lnTo>
                  <a:pt x="625602" y="4495"/>
                </a:lnTo>
                <a:lnTo>
                  <a:pt x="573430" y="0"/>
                </a:lnTo>
                <a:lnTo>
                  <a:pt x="555256" y="495"/>
                </a:lnTo>
                <a:lnTo>
                  <a:pt x="501370" y="8382"/>
                </a:lnTo>
                <a:lnTo>
                  <a:pt x="455891" y="23787"/>
                </a:lnTo>
                <a:lnTo>
                  <a:pt x="413867" y="45300"/>
                </a:lnTo>
                <a:lnTo>
                  <a:pt x="375818" y="72377"/>
                </a:lnTo>
                <a:lnTo>
                  <a:pt x="342239" y="104470"/>
                </a:lnTo>
                <a:lnTo>
                  <a:pt x="313639" y="141020"/>
                </a:lnTo>
                <a:lnTo>
                  <a:pt x="290537" y="181457"/>
                </a:lnTo>
                <a:lnTo>
                  <a:pt x="273418" y="225221"/>
                </a:lnTo>
                <a:lnTo>
                  <a:pt x="262788" y="271780"/>
                </a:lnTo>
                <a:lnTo>
                  <a:pt x="213842" y="277837"/>
                </a:lnTo>
                <a:lnTo>
                  <a:pt x="167284" y="292227"/>
                </a:lnTo>
                <a:lnTo>
                  <a:pt x="124142" y="314401"/>
                </a:lnTo>
                <a:lnTo>
                  <a:pt x="85432" y="343839"/>
                </a:lnTo>
                <a:lnTo>
                  <a:pt x="52184" y="380022"/>
                </a:lnTo>
                <a:lnTo>
                  <a:pt x="26847" y="422948"/>
                </a:lnTo>
                <a:lnTo>
                  <a:pt x="9626" y="468896"/>
                </a:lnTo>
                <a:lnTo>
                  <a:pt x="647" y="516763"/>
                </a:lnTo>
                <a:lnTo>
                  <a:pt x="0" y="565454"/>
                </a:lnTo>
                <a:lnTo>
                  <a:pt x="7823" y="613867"/>
                </a:lnTo>
                <a:lnTo>
                  <a:pt x="24206" y="660895"/>
                </a:lnTo>
                <a:lnTo>
                  <a:pt x="49034" y="703478"/>
                </a:lnTo>
                <a:lnTo>
                  <a:pt x="80645" y="740346"/>
                </a:lnTo>
                <a:lnTo>
                  <a:pt x="118071" y="770839"/>
                </a:lnTo>
                <a:lnTo>
                  <a:pt x="160324" y="794283"/>
                </a:lnTo>
                <a:lnTo>
                  <a:pt x="206438" y="810031"/>
                </a:lnTo>
                <a:lnTo>
                  <a:pt x="255422" y="817422"/>
                </a:lnTo>
                <a:lnTo>
                  <a:pt x="338188" y="817422"/>
                </a:lnTo>
                <a:lnTo>
                  <a:pt x="308737" y="788162"/>
                </a:lnTo>
                <a:lnTo>
                  <a:pt x="256209" y="788162"/>
                </a:lnTo>
                <a:lnTo>
                  <a:pt x="204368" y="779246"/>
                </a:lnTo>
                <a:lnTo>
                  <a:pt x="156451" y="759879"/>
                </a:lnTo>
                <a:lnTo>
                  <a:pt x="113931" y="731062"/>
                </a:lnTo>
                <a:lnTo>
                  <a:pt x="78295" y="693801"/>
                </a:lnTo>
                <a:lnTo>
                  <a:pt x="51015" y="649109"/>
                </a:lnTo>
                <a:lnTo>
                  <a:pt x="34429" y="598398"/>
                </a:lnTo>
                <a:lnTo>
                  <a:pt x="28790" y="546188"/>
                </a:lnTo>
                <a:lnTo>
                  <a:pt x="33909" y="494195"/>
                </a:lnTo>
                <a:lnTo>
                  <a:pt x="49644" y="444068"/>
                </a:lnTo>
                <a:lnTo>
                  <a:pt x="75819" y="397510"/>
                </a:lnTo>
                <a:lnTo>
                  <a:pt x="113817" y="358254"/>
                </a:lnTo>
                <a:lnTo>
                  <a:pt x="158965" y="328523"/>
                </a:lnTo>
                <a:lnTo>
                  <a:pt x="209524" y="309181"/>
                </a:lnTo>
                <a:lnTo>
                  <a:pt x="263753" y="301155"/>
                </a:lnTo>
                <a:lnTo>
                  <a:pt x="288201" y="300278"/>
                </a:lnTo>
                <a:lnTo>
                  <a:pt x="291833" y="276225"/>
                </a:lnTo>
                <a:lnTo>
                  <a:pt x="303237" y="228066"/>
                </a:lnTo>
                <a:lnTo>
                  <a:pt x="322287" y="183299"/>
                </a:lnTo>
                <a:lnTo>
                  <a:pt x="348310" y="142684"/>
                </a:lnTo>
                <a:lnTo>
                  <a:pt x="380593" y="106972"/>
                </a:lnTo>
                <a:lnTo>
                  <a:pt x="418465" y="76923"/>
                </a:lnTo>
                <a:lnTo>
                  <a:pt x="461225" y="53314"/>
                </a:lnTo>
                <a:lnTo>
                  <a:pt x="508203" y="36880"/>
                </a:lnTo>
                <a:lnTo>
                  <a:pt x="556920" y="29667"/>
                </a:lnTo>
                <a:lnTo>
                  <a:pt x="573354" y="29171"/>
                </a:lnTo>
                <a:lnTo>
                  <a:pt x="620661" y="33147"/>
                </a:lnTo>
                <a:lnTo>
                  <a:pt x="666026" y="44704"/>
                </a:lnTo>
                <a:lnTo>
                  <a:pt x="708583" y="63385"/>
                </a:lnTo>
                <a:lnTo>
                  <a:pt x="747496" y="88747"/>
                </a:lnTo>
                <a:lnTo>
                  <a:pt x="781900" y="120294"/>
                </a:lnTo>
                <a:lnTo>
                  <a:pt x="810933" y="157594"/>
                </a:lnTo>
                <a:lnTo>
                  <a:pt x="821829" y="174180"/>
                </a:lnTo>
                <a:lnTo>
                  <a:pt x="841387" y="170268"/>
                </a:lnTo>
                <a:lnTo>
                  <a:pt x="890536" y="165569"/>
                </a:lnTo>
                <a:lnTo>
                  <a:pt x="939165" y="170688"/>
                </a:lnTo>
                <a:lnTo>
                  <a:pt x="985774" y="185331"/>
                </a:lnTo>
                <a:lnTo>
                  <a:pt x="1028915" y="209181"/>
                </a:lnTo>
                <a:lnTo>
                  <a:pt x="1065060" y="241287"/>
                </a:lnTo>
                <a:lnTo>
                  <a:pt x="1094016" y="279336"/>
                </a:lnTo>
                <a:lnTo>
                  <a:pt x="1115110" y="322211"/>
                </a:lnTo>
                <a:lnTo>
                  <a:pt x="1127594" y="368731"/>
                </a:lnTo>
                <a:lnTo>
                  <a:pt x="1131049" y="389775"/>
                </a:lnTo>
                <a:lnTo>
                  <a:pt x="1152296" y="392938"/>
                </a:lnTo>
                <a:lnTo>
                  <a:pt x="1197140" y="404571"/>
                </a:lnTo>
                <a:lnTo>
                  <a:pt x="1236878" y="425310"/>
                </a:lnTo>
                <a:lnTo>
                  <a:pt x="1270469" y="453821"/>
                </a:lnTo>
                <a:lnTo>
                  <a:pt x="1296898" y="488746"/>
                </a:lnTo>
                <a:lnTo>
                  <a:pt x="1315148" y="528713"/>
                </a:lnTo>
                <a:lnTo>
                  <a:pt x="1324178" y="572389"/>
                </a:lnTo>
                <a:lnTo>
                  <a:pt x="1322971" y="618413"/>
                </a:lnTo>
                <a:lnTo>
                  <a:pt x="1310716" y="664286"/>
                </a:lnTo>
                <a:lnTo>
                  <a:pt x="1288618" y="704926"/>
                </a:lnTo>
                <a:lnTo>
                  <a:pt x="1258087" y="739063"/>
                </a:lnTo>
                <a:lnTo>
                  <a:pt x="1220558" y="765441"/>
                </a:lnTo>
                <a:lnTo>
                  <a:pt x="1177455" y="782789"/>
                </a:lnTo>
                <a:lnTo>
                  <a:pt x="1130211" y="789825"/>
                </a:lnTo>
                <a:lnTo>
                  <a:pt x="1043038" y="789825"/>
                </a:lnTo>
                <a:lnTo>
                  <a:pt x="1013587" y="819073"/>
                </a:lnTo>
                <a:lnTo>
                  <a:pt x="1130223" y="819073"/>
                </a:lnTo>
                <a:lnTo>
                  <a:pt x="1176489" y="813231"/>
                </a:lnTo>
                <a:lnTo>
                  <a:pt x="1219352" y="798791"/>
                </a:lnTo>
                <a:lnTo>
                  <a:pt x="1257896" y="776693"/>
                </a:lnTo>
                <a:lnTo>
                  <a:pt x="1291221" y="747890"/>
                </a:lnTo>
                <a:lnTo>
                  <a:pt x="1318437" y="713333"/>
                </a:lnTo>
                <a:lnTo>
                  <a:pt x="1338643" y="673938"/>
                </a:lnTo>
                <a:lnTo>
                  <a:pt x="1350924" y="630669"/>
                </a:lnTo>
                <a:lnTo>
                  <a:pt x="1354391" y="5844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ec7b370f_0_0"/>
          <p:cNvSpPr txBox="1"/>
          <p:nvPr/>
        </p:nvSpPr>
        <p:spPr>
          <a:xfrm>
            <a:off x="399535" y="2287246"/>
            <a:ext cx="1139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Base de Datos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9" name="Google Shape;139;g3f1ec7b370f_0_0"/>
          <p:cNvCxnSpPr/>
          <p:nvPr/>
        </p:nvCxnSpPr>
        <p:spPr>
          <a:xfrm>
            <a:off x="5013631" y="35551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653143" y="325250"/>
            <a:ext cx="9940834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Work Sans"/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Entidad Relación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45" name="Google Shape;145;p7" title="M.E.R. System Cloud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00" y="1382650"/>
            <a:ext cx="5988275" cy="51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8261473" y="3653168"/>
            <a:ext cx="20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/>
        </p:nvSpPr>
        <p:spPr>
          <a:xfrm>
            <a:off x="653143" y="325250"/>
            <a:ext cx="9940834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Work Sans"/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52" name="Google Shape;152;p29" title="Modelo Relacio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25" y="1372750"/>
            <a:ext cx="8839423" cy="502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9611248" y="3559868"/>
            <a:ext cx="20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653143" y="325250"/>
            <a:ext cx="9940834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Work Sans"/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Normalización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59" name="Google Shape;1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25" y="1452149"/>
            <a:ext cx="11887199" cy="32331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1"/>
          <p:cNvSpPr txBox="1"/>
          <p:nvPr/>
        </p:nvSpPr>
        <p:spPr>
          <a:xfrm>
            <a:off x="272051" y="5777075"/>
            <a:ext cx="294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Normalización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/>
        </p:nvSpPr>
        <p:spPr>
          <a:xfrm>
            <a:off x="653143" y="325250"/>
            <a:ext cx="9940834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Work Sans"/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272051" y="5777075"/>
            <a:ext cx="294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Diccionario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5675" y="1398400"/>
            <a:ext cx="6397875" cy="456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ec7b370f_0_85"/>
          <p:cNvSpPr txBox="1"/>
          <p:nvPr/>
        </p:nvSpPr>
        <p:spPr>
          <a:xfrm>
            <a:off x="399535" y="2287246"/>
            <a:ext cx="1139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y Arquitectura del SW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3" name="Google Shape;173;g3f1ec7b370f_0_85"/>
          <p:cNvCxnSpPr/>
          <p:nvPr/>
        </p:nvCxnSpPr>
        <p:spPr>
          <a:xfrm>
            <a:off x="5013631" y="35551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1ec7b370f_0_263"/>
          <p:cNvSpPr txBox="1"/>
          <p:nvPr/>
        </p:nvSpPr>
        <p:spPr>
          <a:xfrm>
            <a:off x="653143" y="325249"/>
            <a:ext cx="99408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Clases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9" name="Google Shape;179;g3f1ec7b370f_0_263"/>
          <p:cNvSpPr txBox="1"/>
          <p:nvPr/>
        </p:nvSpPr>
        <p:spPr>
          <a:xfrm>
            <a:off x="9322068" y="5886461"/>
            <a:ext cx="20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f1ec7b370f_0_2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00" y="1353000"/>
            <a:ext cx="6879725" cy="528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1ec7b370f_0_269"/>
          <p:cNvSpPr txBox="1"/>
          <p:nvPr/>
        </p:nvSpPr>
        <p:spPr>
          <a:xfrm>
            <a:off x="653143" y="325249"/>
            <a:ext cx="99408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Despliegue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6" name="Google Shape;186;g3f1ec7b370f_0_269"/>
          <p:cNvSpPr txBox="1"/>
          <p:nvPr/>
        </p:nvSpPr>
        <p:spPr>
          <a:xfrm>
            <a:off x="9680723" y="6017455"/>
            <a:ext cx="20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f1ec7b370f_0_2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450" y="1353025"/>
            <a:ext cx="7469800" cy="50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1ec7b370f_0_178"/>
          <p:cNvSpPr txBox="1"/>
          <p:nvPr/>
        </p:nvSpPr>
        <p:spPr>
          <a:xfrm>
            <a:off x="399535" y="2287246"/>
            <a:ext cx="1139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Interfaces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93" name="Google Shape;193;g3f1ec7b370f_0_178"/>
          <p:cNvCxnSpPr/>
          <p:nvPr/>
        </p:nvCxnSpPr>
        <p:spPr>
          <a:xfrm>
            <a:off x="5013631" y="35551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1ec7b370f_0_355"/>
          <p:cNvSpPr txBox="1"/>
          <p:nvPr/>
        </p:nvSpPr>
        <p:spPr>
          <a:xfrm>
            <a:off x="653143" y="325249"/>
            <a:ext cx="99408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Maquetación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9" name="Google Shape;199;g3f1ec7b370f_0_355"/>
          <p:cNvSpPr txBox="1"/>
          <p:nvPr/>
        </p:nvSpPr>
        <p:spPr>
          <a:xfrm>
            <a:off x="296092" y="6046864"/>
            <a:ext cx="271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Repositorio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f1ec7b370f_0_3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100" y="1305200"/>
            <a:ext cx="11300749" cy="4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